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71" r:id="rId5"/>
    <p:sldId id="322" r:id="rId6"/>
    <p:sldId id="335" r:id="rId7"/>
    <p:sldId id="324" r:id="rId8"/>
    <p:sldId id="334" r:id="rId9"/>
    <p:sldId id="337" r:id="rId10"/>
    <p:sldId id="338" r:id="rId11"/>
    <p:sldId id="336" r:id="rId12"/>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4164"/>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21A68C-0113-3C40-B8DB-B9349F7A6DAE}" v="219" dt="2024-11-17T17:25:56.973"/>
  </p1510:revLst>
</p1510:revInfo>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10"/>
    <p:restoredTop sz="88315"/>
  </p:normalViewPr>
  <p:slideViewPr>
    <p:cSldViewPr snapToGrid="0">
      <p:cViewPr varScale="1">
        <p:scale>
          <a:sx n="138" d="100"/>
          <a:sy n="138" d="100"/>
        </p:scale>
        <p:origin x="13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kchun Giang" userId="67e2125d-ec8c-4323-9653-9824a2ad815f" providerId="ADAL" clId="{B721A68C-0113-3C40-B8DB-B9349F7A6DAE}"/>
    <pc:docChg chg="undo custSel addSld delSld modSld sldOrd">
      <pc:chgData name="Kokchun Giang" userId="67e2125d-ec8c-4323-9653-9824a2ad815f" providerId="ADAL" clId="{B721A68C-0113-3C40-B8DB-B9349F7A6DAE}" dt="2024-11-17T17:25:56.973" v="2298"/>
      <pc:docMkLst>
        <pc:docMk/>
      </pc:docMkLst>
      <pc:sldChg chg="addSp delSp modSp del mod">
        <pc:chgData name="Kokchun Giang" userId="67e2125d-ec8c-4323-9653-9824a2ad815f" providerId="ADAL" clId="{B721A68C-0113-3C40-B8DB-B9349F7A6DAE}" dt="2024-11-17T14:55:35.279" v="1324" actId="2696"/>
        <pc:sldMkLst>
          <pc:docMk/>
          <pc:sldMk cId="981424552" sldId="269"/>
        </pc:sldMkLst>
        <pc:picChg chg="add mod">
          <ac:chgData name="Kokchun Giang" userId="67e2125d-ec8c-4323-9653-9824a2ad815f" providerId="ADAL" clId="{B721A68C-0113-3C40-B8DB-B9349F7A6DAE}" dt="2024-11-17T14:50:00.278" v="1229" actId="1076"/>
          <ac:picMkLst>
            <pc:docMk/>
            <pc:sldMk cId="981424552" sldId="269"/>
            <ac:picMk id="2" creationId="{44E8A729-C23F-D66B-61F0-B9022EF550D2}"/>
          </ac:picMkLst>
        </pc:picChg>
        <pc:picChg chg="del">
          <ac:chgData name="Kokchun Giang" userId="67e2125d-ec8c-4323-9653-9824a2ad815f" providerId="ADAL" clId="{B721A68C-0113-3C40-B8DB-B9349F7A6DAE}" dt="2024-11-17T14:49:59.506" v="1228" actId="478"/>
          <ac:picMkLst>
            <pc:docMk/>
            <pc:sldMk cId="981424552" sldId="269"/>
            <ac:picMk id="10" creationId="{93EEF4C7-0A46-854E-6C56-84FD16EB19C6}"/>
          </ac:picMkLst>
        </pc:picChg>
      </pc:sldChg>
      <pc:sldChg chg="addSp delSp modSp mod">
        <pc:chgData name="Kokchun Giang" userId="67e2125d-ec8c-4323-9653-9824a2ad815f" providerId="ADAL" clId="{B721A68C-0113-3C40-B8DB-B9349F7A6DAE}" dt="2024-11-17T17:25:28.902" v="2294" actId="1076"/>
        <pc:sldMkLst>
          <pc:docMk/>
          <pc:sldMk cId="1688977043" sldId="271"/>
        </pc:sldMkLst>
        <pc:spChg chg="mod">
          <ac:chgData name="Kokchun Giang" userId="67e2125d-ec8c-4323-9653-9824a2ad815f" providerId="ADAL" clId="{B721A68C-0113-3C40-B8DB-B9349F7A6DAE}" dt="2024-11-17T17:24:15.866" v="2281" actId="1076"/>
          <ac:spMkLst>
            <pc:docMk/>
            <pc:sldMk cId="1688977043" sldId="271"/>
            <ac:spMk id="5" creationId="{E6B31970-5765-1753-80EB-E932DF069989}"/>
          </ac:spMkLst>
        </pc:spChg>
        <pc:spChg chg="mod">
          <ac:chgData name="Kokchun Giang" userId="67e2125d-ec8c-4323-9653-9824a2ad815f" providerId="ADAL" clId="{B721A68C-0113-3C40-B8DB-B9349F7A6DAE}" dt="2024-11-17T17:25:10.194" v="2292" actId="14100"/>
          <ac:spMkLst>
            <pc:docMk/>
            <pc:sldMk cId="1688977043" sldId="271"/>
            <ac:spMk id="120" creationId="{00000000-0000-0000-0000-000000000000}"/>
          </ac:spMkLst>
        </pc:spChg>
        <pc:picChg chg="del">
          <ac:chgData name="Kokchun Giang" userId="67e2125d-ec8c-4323-9653-9824a2ad815f" providerId="ADAL" clId="{B721A68C-0113-3C40-B8DB-B9349F7A6DAE}" dt="2024-11-17T17:23:23.742" v="2265" actId="478"/>
          <ac:picMkLst>
            <pc:docMk/>
            <pc:sldMk cId="1688977043" sldId="271"/>
            <ac:picMk id="4" creationId="{1D8620CC-D689-3279-9EF6-73E63B12DCFF}"/>
          </ac:picMkLst>
        </pc:picChg>
        <pc:picChg chg="add mod modCrop">
          <ac:chgData name="Kokchun Giang" userId="67e2125d-ec8c-4323-9653-9824a2ad815f" providerId="ADAL" clId="{B721A68C-0113-3C40-B8DB-B9349F7A6DAE}" dt="2024-11-17T17:25:28.902" v="2294" actId="1076"/>
          <ac:picMkLst>
            <pc:docMk/>
            <pc:sldMk cId="1688977043" sldId="271"/>
            <ac:picMk id="6" creationId="{E0B021AA-E229-5737-ABB4-83EE58F274AD}"/>
          </ac:picMkLst>
        </pc:picChg>
      </pc:sldChg>
      <pc:sldChg chg="del">
        <pc:chgData name="Kokchun Giang" userId="67e2125d-ec8c-4323-9653-9824a2ad815f" providerId="ADAL" clId="{B721A68C-0113-3C40-B8DB-B9349F7A6DAE}" dt="2024-11-17T14:34:20.400" v="898" actId="2696"/>
        <pc:sldMkLst>
          <pc:docMk/>
          <pc:sldMk cId="953408575" sldId="320"/>
        </pc:sldMkLst>
      </pc:sldChg>
      <pc:sldChg chg="addSp delSp modSp mod">
        <pc:chgData name="Kokchun Giang" userId="67e2125d-ec8c-4323-9653-9824a2ad815f" providerId="ADAL" clId="{B721A68C-0113-3C40-B8DB-B9349F7A6DAE}" dt="2024-11-17T14:34:32.167" v="903" actId="27636"/>
        <pc:sldMkLst>
          <pc:docMk/>
          <pc:sldMk cId="4039272272" sldId="322"/>
        </pc:sldMkLst>
        <pc:spChg chg="mod">
          <ac:chgData name="Kokchun Giang" userId="67e2125d-ec8c-4323-9653-9824a2ad815f" providerId="ADAL" clId="{B721A68C-0113-3C40-B8DB-B9349F7A6DAE}" dt="2024-11-17T14:34:32.167" v="903" actId="27636"/>
          <ac:spMkLst>
            <pc:docMk/>
            <pc:sldMk cId="4039272272" sldId="322"/>
            <ac:spMk id="3" creationId="{CDA38ECF-B457-0385-2974-C17DD916EE8B}"/>
          </ac:spMkLst>
        </pc:spChg>
        <pc:spChg chg="add mod">
          <ac:chgData name="Kokchun Giang" userId="67e2125d-ec8c-4323-9653-9824a2ad815f" providerId="ADAL" clId="{B721A68C-0113-3C40-B8DB-B9349F7A6DAE}" dt="2024-11-17T14:34:02.543" v="895" actId="1076"/>
          <ac:spMkLst>
            <pc:docMk/>
            <pc:sldMk cId="4039272272" sldId="322"/>
            <ac:spMk id="4" creationId="{BF70EE8E-6B37-5D6D-120C-5F1FCB455658}"/>
          </ac:spMkLst>
        </pc:spChg>
        <pc:spChg chg="del mod">
          <ac:chgData name="Kokchun Giang" userId="67e2125d-ec8c-4323-9653-9824a2ad815f" providerId="ADAL" clId="{B721A68C-0113-3C40-B8DB-B9349F7A6DAE}" dt="2024-11-17T14:33:53.184" v="891" actId="478"/>
          <ac:spMkLst>
            <pc:docMk/>
            <pc:sldMk cId="4039272272" sldId="322"/>
            <ac:spMk id="120" creationId="{00000000-0000-0000-0000-000000000000}"/>
          </ac:spMkLst>
        </pc:spChg>
        <pc:picChg chg="del">
          <ac:chgData name="Kokchun Giang" userId="67e2125d-ec8c-4323-9653-9824a2ad815f" providerId="ADAL" clId="{B721A68C-0113-3C40-B8DB-B9349F7A6DAE}" dt="2024-11-17T14:33:42.492" v="888" actId="478"/>
          <ac:picMkLst>
            <pc:docMk/>
            <pc:sldMk cId="4039272272" sldId="322"/>
            <ac:picMk id="2" creationId="{DB6B27A1-4B0F-B2A4-776A-9E24976B2E29}"/>
          </ac:picMkLst>
        </pc:picChg>
        <pc:picChg chg="add mod">
          <ac:chgData name="Kokchun Giang" userId="67e2125d-ec8c-4323-9653-9824a2ad815f" providerId="ADAL" clId="{B721A68C-0113-3C40-B8DB-B9349F7A6DAE}" dt="2024-11-17T14:33:47.325" v="889"/>
          <ac:picMkLst>
            <pc:docMk/>
            <pc:sldMk cId="4039272272" sldId="322"/>
            <ac:picMk id="5" creationId="{ED6F56C3-58EB-4C8D-D0D9-CFDFD65C848D}"/>
          </ac:picMkLst>
        </pc:picChg>
      </pc:sldChg>
      <pc:sldChg chg="del">
        <pc:chgData name="Kokchun Giang" userId="67e2125d-ec8c-4323-9653-9824a2ad815f" providerId="ADAL" clId="{B721A68C-0113-3C40-B8DB-B9349F7A6DAE}" dt="2024-11-17T14:55:34.415" v="1323" actId="2696"/>
        <pc:sldMkLst>
          <pc:docMk/>
          <pc:sldMk cId="2903880170" sldId="323"/>
        </pc:sldMkLst>
      </pc:sldChg>
      <pc:sldChg chg="addSp delSp modSp mod modTransition delAnim modAnim">
        <pc:chgData name="Kokchun Giang" userId="67e2125d-ec8c-4323-9653-9824a2ad815f" providerId="ADAL" clId="{B721A68C-0113-3C40-B8DB-B9349F7A6DAE}" dt="2024-11-17T14:35:56.162" v="912" actId="207"/>
        <pc:sldMkLst>
          <pc:docMk/>
          <pc:sldMk cId="263268732" sldId="324"/>
        </pc:sldMkLst>
        <pc:spChg chg="add mod">
          <ac:chgData name="Kokchun Giang" userId="67e2125d-ec8c-4323-9653-9824a2ad815f" providerId="ADAL" clId="{B721A68C-0113-3C40-B8DB-B9349F7A6DAE}" dt="2024-11-17T14:16:45.405" v="517" actId="164"/>
          <ac:spMkLst>
            <pc:docMk/>
            <pc:sldMk cId="263268732" sldId="324"/>
            <ac:spMk id="2" creationId="{B0C37B59-EA94-C767-5D5F-69B62EF972DB}"/>
          </ac:spMkLst>
        </pc:spChg>
        <pc:spChg chg="add mod">
          <ac:chgData name="Kokchun Giang" userId="67e2125d-ec8c-4323-9653-9824a2ad815f" providerId="ADAL" clId="{B721A68C-0113-3C40-B8DB-B9349F7A6DAE}" dt="2024-11-17T14:16:44.025" v="516" actId="164"/>
          <ac:spMkLst>
            <pc:docMk/>
            <pc:sldMk cId="263268732" sldId="324"/>
            <ac:spMk id="3" creationId="{8A3F75DB-AB20-48CA-3716-A210A9778002}"/>
          </ac:spMkLst>
        </pc:spChg>
        <pc:spChg chg="add mod">
          <ac:chgData name="Kokchun Giang" userId="67e2125d-ec8c-4323-9653-9824a2ad815f" providerId="ADAL" clId="{B721A68C-0113-3C40-B8DB-B9349F7A6DAE}" dt="2024-11-17T14:16:42.779" v="515" actId="164"/>
          <ac:spMkLst>
            <pc:docMk/>
            <pc:sldMk cId="263268732" sldId="324"/>
            <ac:spMk id="4" creationId="{BA6EC2F2-F511-B689-1AC3-3224B965C479}"/>
          </ac:spMkLst>
        </pc:spChg>
        <pc:spChg chg="add mod">
          <ac:chgData name="Kokchun Giang" userId="67e2125d-ec8c-4323-9653-9824a2ad815f" providerId="ADAL" clId="{B721A68C-0113-3C40-B8DB-B9349F7A6DAE}" dt="2024-11-17T14:16:41.618" v="514" actId="164"/>
          <ac:spMkLst>
            <pc:docMk/>
            <pc:sldMk cId="263268732" sldId="324"/>
            <ac:spMk id="5" creationId="{2052C5B0-02DE-C6AD-B665-19466B15E3E1}"/>
          </ac:spMkLst>
        </pc:spChg>
        <pc:spChg chg="mod">
          <ac:chgData name="Kokchun Giang" userId="67e2125d-ec8c-4323-9653-9824a2ad815f" providerId="ADAL" clId="{B721A68C-0113-3C40-B8DB-B9349F7A6DAE}" dt="2024-11-17T14:35:56.162" v="912" actId="207"/>
          <ac:spMkLst>
            <pc:docMk/>
            <pc:sldMk cId="263268732" sldId="324"/>
            <ac:spMk id="6" creationId="{03CF91A5-FA54-1DCC-D6A2-70ED77E9DD75}"/>
          </ac:spMkLst>
        </pc:spChg>
        <pc:spChg chg="add mod">
          <ac:chgData name="Kokchun Giang" userId="67e2125d-ec8c-4323-9653-9824a2ad815f" providerId="ADAL" clId="{B721A68C-0113-3C40-B8DB-B9349F7A6DAE}" dt="2024-11-17T14:16:40.149" v="513" actId="164"/>
          <ac:spMkLst>
            <pc:docMk/>
            <pc:sldMk cId="263268732" sldId="324"/>
            <ac:spMk id="8" creationId="{971399D9-D03F-0C53-740C-4E7C473B5E7A}"/>
          </ac:spMkLst>
        </pc:spChg>
        <pc:spChg chg="del mod">
          <ac:chgData name="Kokchun Giang" userId="67e2125d-ec8c-4323-9653-9824a2ad815f" providerId="ADAL" clId="{B721A68C-0113-3C40-B8DB-B9349F7A6DAE}" dt="2024-11-16T14:44:00.619" v="147" actId="478"/>
          <ac:spMkLst>
            <pc:docMk/>
            <pc:sldMk cId="263268732" sldId="324"/>
            <ac:spMk id="8" creationId="{A2FEBB77-08F7-6867-6E9F-9498FDA7DE0D}"/>
          </ac:spMkLst>
        </pc:spChg>
        <pc:spChg chg="add mod">
          <ac:chgData name="Kokchun Giang" userId="67e2125d-ec8c-4323-9653-9824a2ad815f" providerId="ADAL" clId="{B721A68C-0113-3C40-B8DB-B9349F7A6DAE}" dt="2024-11-17T14:16:36.305" v="510" actId="164"/>
          <ac:spMkLst>
            <pc:docMk/>
            <pc:sldMk cId="263268732" sldId="324"/>
            <ac:spMk id="9" creationId="{0B86DF8B-6444-1B80-647A-19DD3FEF7EBD}"/>
          </ac:spMkLst>
        </pc:spChg>
        <pc:spChg chg="add mod">
          <ac:chgData name="Kokchun Giang" userId="67e2125d-ec8c-4323-9653-9824a2ad815f" providerId="ADAL" clId="{B721A68C-0113-3C40-B8DB-B9349F7A6DAE}" dt="2024-11-17T14:16:45.405" v="517" actId="164"/>
          <ac:spMkLst>
            <pc:docMk/>
            <pc:sldMk cId="263268732" sldId="324"/>
            <ac:spMk id="10" creationId="{14F6D685-0A57-4126-34AC-1F59236B7BF4}"/>
          </ac:spMkLst>
        </pc:spChg>
        <pc:spChg chg="add mod">
          <ac:chgData name="Kokchun Giang" userId="67e2125d-ec8c-4323-9653-9824a2ad815f" providerId="ADAL" clId="{B721A68C-0113-3C40-B8DB-B9349F7A6DAE}" dt="2024-11-17T14:30:06.126" v="754" actId="404"/>
          <ac:spMkLst>
            <pc:docMk/>
            <pc:sldMk cId="263268732" sldId="324"/>
            <ac:spMk id="11" creationId="{00DF18A2-1DF4-D206-D30E-728AFA99E0AE}"/>
          </ac:spMkLst>
        </pc:spChg>
        <pc:spChg chg="add mod">
          <ac:chgData name="Kokchun Giang" userId="67e2125d-ec8c-4323-9653-9824a2ad815f" providerId="ADAL" clId="{B721A68C-0113-3C40-B8DB-B9349F7A6DAE}" dt="2024-11-17T14:28:53.221" v="710" actId="14100"/>
          <ac:spMkLst>
            <pc:docMk/>
            <pc:sldMk cId="263268732" sldId="324"/>
            <ac:spMk id="12" creationId="{3B4F1929-1310-B0C7-A48A-CE55843370E8}"/>
          </ac:spMkLst>
        </pc:spChg>
        <pc:spChg chg="add mod">
          <ac:chgData name="Kokchun Giang" userId="67e2125d-ec8c-4323-9653-9824a2ad815f" providerId="ADAL" clId="{B721A68C-0113-3C40-B8DB-B9349F7A6DAE}" dt="2024-11-17T14:16:41.618" v="514" actId="164"/>
          <ac:spMkLst>
            <pc:docMk/>
            <pc:sldMk cId="263268732" sldId="324"/>
            <ac:spMk id="13" creationId="{D191EB9D-F83C-A07A-ED6B-861D17B7412A}"/>
          </ac:spMkLst>
        </pc:spChg>
        <pc:spChg chg="add mod">
          <ac:chgData name="Kokchun Giang" userId="67e2125d-ec8c-4323-9653-9824a2ad815f" providerId="ADAL" clId="{B721A68C-0113-3C40-B8DB-B9349F7A6DAE}" dt="2024-11-17T14:16:36.305" v="510" actId="164"/>
          <ac:spMkLst>
            <pc:docMk/>
            <pc:sldMk cId="263268732" sldId="324"/>
            <ac:spMk id="14" creationId="{25BD3073-E1B3-A89B-E12D-504F67B00484}"/>
          </ac:spMkLst>
        </pc:spChg>
        <pc:spChg chg="add mod">
          <ac:chgData name="Kokchun Giang" userId="67e2125d-ec8c-4323-9653-9824a2ad815f" providerId="ADAL" clId="{B721A68C-0113-3C40-B8DB-B9349F7A6DAE}" dt="2024-11-17T14:16:37.741" v="511" actId="164"/>
          <ac:spMkLst>
            <pc:docMk/>
            <pc:sldMk cId="263268732" sldId="324"/>
            <ac:spMk id="15" creationId="{4D0008CB-D34B-B910-EE46-F618FDBBCE2D}"/>
          </ac:spMkLst>
        </pc:spChg>
        <pc:spChg chg="add mod">
          <ac:chgData name="Kokchun Giang" userId="67e2125d-ec8c-4323-9653-9824a2ad815f" providerId="ADAL" clId="{B721A68C-0113-3C40-B8DB-B9349F7A6DAE}" dt="2024-11-17T14:16:37.741" v="511" actId="164"/>
          <ac:spMkLst>
            <pc:docMk/>
            <pc:sldMk cId="263268732" sldId="324"/>
            <ac:spMk id="16" creationId="{9A9309CE-7062-6718-308A-83430A490B02}"/>
          </ac:spMkLst>
        </pc:spChg>
        <pc:spChg chg="add mod">
          <ac:chgData name="Kokchun Giang" userId="67e2125d-ec8c-4323-9653-9824a2ad815f" providerId="ADAL" clId="{B721A68C-0113-3C40-B8DB-B9349F7A6DAE}" dt="2024-11-17T14:16:38.994" v="512" actId="164"/>
          <ac:spMkLst>
            <pc:docMk/>
            <pc:sldMk cId="263268732" sldId="324"/>
            <ac:spMk id="17" creationId="{4453C2D8-B325-3903-2954-A6408F74C657}"/>
          </ac:spMkLst>
        </pc:spChg>
        <pc:spChg chg="add mod">
          <ac:chgData name="Kokchun Giang" userId="67e2125d-ec8c-4323-9653-9824a2ad815f" providerId="ADAL" clId="{B721A68C-0113-3C40-B8DB-B9349F7A6DAE}" dt="2024-11-17T14:16:38.994" v="512" actId="164"/>
          <ac:spMkLst>
            <pc:docMk/>
            <pc:sldMk cId="263268732" sldId="324"/>
            <ac:spMk id="18" creationId="{B21EB1EA-639C-19FD-94E5-6F8A35EEC487}"/>
          </ac:spMkLst>
        </pc:spChg>
        <pc:spChg chg="add mod">
          <ac:chgData name="Kokchun Giang" userId="67e2125d-ec8c-4323-9653-9824a2ad815f" providerId="ADAL" clId="{B721A68C-0113-3C40-B8DB-B9349F7A6DAE}" dt="2024-11-17T14:16:40.149" v="513" actId="164"/>
          <ac:spMkLst>
            <pc:docMk/>
            <pc:sldMk cId="263268732" sldId="324"/>
            <ac:spMk id="19" creationId="{5817A4DC-4E2A-A72F-ACF5-0846367C43E6}"/>
          </ac:spMkLst>
        </pc:spChg>
        <pc:spChg chg="mod">
          <ac:chgData name="Kokchun Giang" userId="67e2125d-ec8c-4323-9653-9824a2ad815f" providerId="ADAL" clId="{B721A68C-0113-3C40-B8DB-B9349F7A6DAE}" dt="2024-11-17T14:17:04.139" v="522" actId="571"/>
          <ac:spMkLst>
            <pc:docMk/>
            <pc:sldMk cId="263268732" sldId="324"/>
            <ac:spMk id="29" creationId="{B29AABE7-DD96-FA9B-5964-BCE14ABC84D7}"/>
          </ac:spMkLst>
        </pc:spChg>
        <pc:spChg chg="mod">
          <ac:chgData name="Kokchun Giang" userId="67e2125d-ec8c-4323-9653-9824a2ad815f" providerId="ADAL" clId="{B721A68C-0113-3C40-B8DB-B9349F7A6DAE}" dt="2024-11-17T14:17:51.975" v="554" actId="1076"/>
          <ac:spMkLst>
            <pc:docMk/>
            <pc:sldMk cId="263268732" sldId="324"/>
            <ac:spMk id="30" creationId="{A8D83324-97AE-1700-8661-CE6710FE9626}"/>
          </ac:spMkLst>
        </pc:spChg>
        <pc:spChg chg="add mod">
          <ac:chgData name="Kokchun Giang" userId="67e2125d-ec8c-4323-9653-9824a2ad815f" providerId="ADAL" clId="{B721A68C-0113-3C40-B8DB-B9349F7A6DAE}" dt="2024-11-17T14:33:13.673" v="884"/>
          <ac:spMkLst>
            <pc:docMk/>
            <pc:sldMk cId="263268732" sldId="324"/>
            <ac:spMk id="32" creationId="{243A2702-B487-E34C-B2C6-5237A774311E}"/>
          </ac:spMkLst>
        </pc:spChg>
        <pc:grpChg chg="add mod">
          <ac:chgData name="Kokchun Giang" userId="67e2125d-ec8c-4323-9653-9824a2ad815f" providerId="ADAL" clId="{B721A68C-0113-3C40-B8DB-B9349F7A6DAE}" dt="2024-11-17T14:20:26.410" v="562" actId="1076"/>
          <ac:grpSpMkLst>
            <pc:docMk/>
            <pc:sldMk cId="263268732" sldId="324"/>
            <ac:grpSpMk id="20" creationId="{9661FE47-8277-3BE4-7232-1CE6A97B69D4}"/>
          </ac:grpSpMkLst>
        </pc:grpChg>
        <pc:grpChg chg="add mod">
          <ac:chgData name="Kokchun Giang" userId="67e2125d-ec8c-4323-9653-9824a2ad815f" providerId="ADAL" clId="{B721A68C-0113-3C40-B8DB-B9349F7A6DAE}" dt="2024-11-17T14:20:26.410" v="562" actId="1076"/>
          <ac:grpSpMkLst>
            <pc:docMk/>
            <pc:sldMk cId="263268732" sldId="324"/>
            <ac:grpSpMk id="21" creationId="{73182C9F-2198-B5E7-0F55-D0F90C8F97C6}"/>
          </ac:grpSpMkLst>
        </pc:grpChg>
        <pc:grpChg chg="add mod">
          <ac:chgData name="Kokchun Giang" userId="67e2125d-ec8c-4323-9653-9824a2ad815f" providerId="ADAL" clId="{B721A68C-0113-3C40-B8DB-B9349F7A6DAE}" dt="2024-11-17T14:20:26.410" v="562" actId="1076"/>
          <ac:grpSpMkLst>
            <pc:docMk/>
            <pc:sldMk cId="263268732" sldId="324"/>
            <ac:grpSpMk id="22" creationId="{14A93586-CA23-4489-2544-98F0F05BE5F6}"/>
          </ac:grpSpMkLst>
        </pc:grpChg>
        <pc:grpChg chg="add mod">
          <ac:chgData name="Kokchun Giang" userId="67e2125d-ec8c-4323-9653-9824a2ad815f" providerId="ADAL" clId="{B721A68C-0113-3C40-B8DB-B9349F7A6DAE}" dt="2024-11-17T14:20:26.410" v="562" actId="1076"/>
          <ac:grpSpMkLst>
            <pc:docMk/>
            <pc:sldMk cId="263268732" sldId="324"/>
            <ac:grpSpMk id="23" creationId="{066FD730-E10E-C7B8-47B1-3988933E104E}"/>
          </ac:grpSpMkLst>
        </pc:grpChg>
        <pc:grpChg chg="add mod">
          <ac:chgData name="Kokchun Giang" userId="67e2125d-ec8c-4323-9653-9824a2ad815f" providerId="ADAL" clId="{B721A68C-0113-3C40-B8DB-B9349F7A6DAE}" dt="2024-11-17T14:20:26.410" v="562" actId="1076"/>
          <ac:grpSpMkLst>
            <pc:docMk/>
            <pc:sldMk cId="263268732" sldId="324"/>
            <ac:grpSpMk id="24" creationId="{476084A6-0EF5-6075-78FE-DBEE113C932F}"/>
          </ac:grpSpMkLst>
        </pc:grpChg>
        <pc:grpChg chg="add mod">
          <ac:chgData name="Kokchun Giang" userId="67e2125d-ec8c-4323-9653-9824a2ad815f" providerId="ADAL" clId="{B721A68C-0113-3C40-B8DB-B9349F7A6DAE}" dt="2024-11-17T14:20:26.410" v="562" actId="1076"/>
          <ac:grpSpMkLst>
            <pc:docMk/>
            <pc:sldMk cId="263268732" sldId="324"/>
            <ac:grpSpMk id="25" creationId="{CE9A1BC3-88D3-34A1-C65A-E0943CF565A1}"/>
          </ac:grpSpMkLst>
        </pc:grpChg>
        <pc:grpChg chg="add mod">
          <ac:chgData name="Kokchun Giang" userId="67e2125d-ec8c-4323-9653-9824a2ad815f" providerId="ADAL" clId="{B721A68C-0113-3C40-B8DB-B9349F7A6DAE}" dt="2024-11-17T14:20:26.410" v="562" actId="1076"/>
          <ac:grpSpMkLst>
            <pc:docMk/>
            <pc:sldMk cId="263268732" sldId="324"/>
            <ac:grpSpMk id="26" creationId="{410ADEEE-8B2E-BB1D-6219-75B3C4249D9F}"/>
          </ac:grpSpMkLst>
        </pc:grpChg>
        <pc:grpChg chg="add mod">
          <ac:chgData name="Kokchun Giang" userId="67e2125d-ec8c-4323-9653-9824a2ad815f" providerId="ADAL" clId="{B721A68C-0113-3C40-B8DB-B9349F7A6DAE}" dt="2024-11-17T14:20:26.410" v="562" actId="1076"/>
          <ac:grpSpMkLst>
            <pc:docMk/>
            <pc:sldMk cId="263268732" sldId="324"/>
            <ac:grpSpMk id="27" creationId="{4BA6FFFC-8396-6CD5-D096-4EC78410AA25}"/>
          </ac:grpSpMkLst>
        </pc:grpChg>
        <pc:grpChg chg="add mod">
          <ac:chgData name="Kokchun Giang" userId="67e2125d-ec8c-4323-9653-9824a2ad815f" providerId="ADAL" clId="{B721A68C-0113-3C40-B8DB-B9349F7A6DAE}" dt="2024-11-17T14:20:26.410" v="562" actId="1076"/>
          <ac:grpSpMkLst>
            <pc:docMk/>
            <pc:sldMk cId="263268732" sldId="324"/>
            <ac:grpSpMk id="28" creationId="{0488D860-5279-9079-28BA-8B9B7CDADA3A}"/>
          </ac:grpSpMkLst>
        </pc:grpChg>
        <pc:picChg chg="del mod">
          <ac:chgData name="Kokchun Giang" userId="67e2125d-ec8c-4323-9653-9824a2ad815f" providerId="ADAL" clId="{B721A68C-0113-3C40-B8DB-B9349F7A6DAE}" dt="2024-11-17T14:33:03.340" v="882" actId="478"/>
          <ac:picMkLst>
            <pc:docMk/>
            <pc:sldMk cId="263268732" sldId="324"/>
            <ac:picMk id="7" creationId="{54B781F2-6865-876B-6DB0-AD4E85228F9B}"/>
          </ac:picMkLst>
        </pc:picChg>
        <pc:picChg chg="add mod">
          <ac:chgData name="Kokchun Giang" userId="67e2125d-ec8c-4323-9653-9824a2ad815f" providerId="ADAL" clId="{B721A68C-0113-3C40-B8DB-B9349F7A6DAE}" dt="2024-11-17T14:33:27.820" v="886" actId="1076"/>
          <ac:picMkLst>
            <pc:docMk/>
            <pc:sldMk cId="263268732" sldId="324"/>
            <ac:picMk id="31" creationId="{A86E9441-26BD-73DE-7A6A-989FBF1A1C6C}"/>
          </ac:picMkLst>
        </pc:picChg>
      </pc:sldChg>
      <pc:sldChg chg="del">
        <pc:chgData name="Kokchun Giang" userId="67e2125d-ec8c-4323-9653-9824a2ad815f" providerId="ADAL" clId="{B721A68C-0113-3C40-B8DB-B9349F7A6DAE}" dt="2024-11-17T14:55:33.673" v="1322" actId="2696"/>
        <pc:sldMkLst>
          <pc:docMk/>
          <pc:sldMk cId="2138564248" sldId="325"/>
        </pc:sldMkLst>
      </pc:sldChg>
      <pc:sldChg chg="del">
        <pc:chgData name="Kokchun Giang" userId="67e2125d-ec8c-4323-9653-9824a2ad815f" providerId="ADAL" clId="{B721A68C-0113-3C40-B8DB-B9349F7A6DAE}" dt="2024-11-17T14:55:33.142" v="1321" actId="2696"/>
        <pc:sldMkLst>
          <pc:docMk/>
          <pc:sldMk cId="2148078366" sldId="326"/>
        </pc:sldMkLst>
      </pc:sldChg>
      <pc:sldChg chg="del">
        <pc:chgData name="Kokchun Giang" userId="67e2125d-ec8c-4323-9653-9824a2ad815f" providerId="ADAL" clId="{B721A68C-0113-3C40-B8DB-B9349F7A6DAE}" dt="2024-11-17T14:55:32.689" v="1320" actId="2696"/>
        <pc:sldMkLst>
          <pc:docMk/>
          <pc:sldMk cId="3094050629" sldId="327"/>
        </pc:sldMkLst>
      </pc:sldChg>
      <pc:sldChg chg="del">
        <pc:chgData name="Kokchun Giang" userId="67e2125d-ec8c-4323-9653-9824a2ad815f" providerId="ADAL" clId="{B721A68C-0113-3C40-B8DB-B9349F7A6DAE}" dt="2024-11-17T14:55:32.218" v="1319" actId="2696"/>
        <pc:sldMkLst>
          <pc:docMk/>
          <pc:sldMk cId="1829598011" sldId="328"/>
        </pc:sldMkLst>
      </pc:sldChg>
      <pc:sldChg chg="del">
        <pc:chgData name="Kokchun Giang" userId="67e2125d-ec8c-4323-9653-9824a2ad815f" providerId="ADAL" clId="{B721A68C-0113-3C40-B8DB-B9349F7A6DAE}" dt="2024-11-17T14:55:31.528" v="1318" actId="2696"/>
        <pc:sldMkLst>
          <pc:docMk/>
          <pc:sldMk cId="2797429062" sldId="329"/>
        </pc:sldMkLst>
      </pc:sldChg>
      <pc:sldChg chg="del">
        <pc:chgData name="Kokchun Giang" userId="67e2125d-ec8c-4323-9653-9824a2ad815f" providerId="ADAL" clId="{B721A68C-0113-3C40-B8DB-B9349F7A6DAE}" dt="2024-11-17T14:55:31.125" v="1317" actId="2696"/>
        <pc:sldMkLst>
          <pc:docMk/>
          <pc:sldMk cId="1266401516" sldId="330"/>
        </pc:sldMkLst>
      </pc:sldChg>
      <pc:sldChg chg="del">
        <pc:chgData name="Kokchun Giang" userId="67e2125d-ec8c-4323-9653-9824a2ad815f" providerId="ADAL" clId="{B721A68C-0113-3C40-B8DB-B9349F7A6DAE}" dt="2024-11-17T14:55:30.771" v="1316" actId="2696"/>
        <pc:sldMkLst>
          <pc:docMk/>
          <pc:sldMk cId="3518662108" sldId="331"/>
        </pc:sldMkLst>
      </pc:sldChg>
      <pc:sldChg chg="del">
        <pc:chgData name="Kokchun Giang" userId="67e2125d-ec8c-4323-9653-9824a2ad815f" providerId="ADAL" clId="{B721A68C-0113-3C40-B8DB-B9349F7A6DAE}" dt="2024-11-17T14:55:30.431" v="1315" actId="2696"/>
        <pc:sldMkLst>
          <pc:docMk/>
          <pc:sldMk cId="1033587457" sldId="332"/>
        </pc:sldMkLst>
      </pc:sldChg>
      <pc:sldChg chg="del">
        <pc:chgData name="Kokchun Giang" userId="67e2125d-ec8c-4323-9653-9824a2ad815f" providerId="ADAL" clId="{B721A68C-0113-3C40-B8DB-B9349F7A6DAE}" dt="2024-11-17T14:55:30.092" v="1314" actId="2696"/>
        <pc:sldMkLst>
          <pc:docMk/>
          <pc:sldMk cId="3245942359" sldId="333"/>
        </pc:sldMkLst>
      </pc:sldChg>
      <pc:sldChg chg="addSp delSp modSp add mod modTransition modAnim">
        <pc:chgData name="Kokchun Giang" userId="67e2125d-ec8c-4323-9653-9824a2ad815f" providerId="ADAL" clId="{B721A68C-0113-3C40-B8DB-B9349F7A6DAE}" dt="2024-11-17T17:25:52.306" v="2295"/>
        <pc:sldMkLst>
          <pc:docMk/>
          <pc:sldMk cId="4020946544" sldId="334"/>
        </pc:sldMkLst>
        <pc:spChg chg="mod topLvl">
          <ac:chgData name="Kokchun Giang" userId="67e2125d-ec8c-4323-9653-9824a2ad815f" providerId="ADAL" clId="{B721A68C-0113-3C40-B8DB-B9349F7A6DAE}" dt="2024-11-17T14:36:58.114" v="923" actId="164"/>
          <ac:spMkLst>
            <pc:docMk/>
            <pc:sldMk cId="4020946544" sldId="334"/>
            <ac:spMk id="2" creationId="{A118DF70-5BE5-D7A4-8EE3-1A495A54614B}"/>
          </ac:spMkLst>
        </pc:spChg>
        <pc:spChg chg="mod">
          <ac:chgData name="Kokchun Giang" userId="67e2125d-ec8c-4323-9653-9824a2ad815f" providerId="ADAL" clId="{B721A68C-0113-3C40-B8DB-B9349F7A6DAE}" dt="2024-11-17T14:35:41.607" v="909" actId="2711"/>
          <ac:spMkLst>
            <pc:docMk/>
            <pc:sldMk cId="4020946544" sldId="334"/>
            <ac:spMk id="6" creationId="{052AC3DF-A655-5416-BCC1-1AD7F9142EF2}"/>
          </ac:spMkLst>
        </pc:spChg>
        <pc:spChg chg="del mod topLvl">
          <ac:chgData name="Kokchun Giang" userId="67e2125d-ec8c-4323-9653-9824a2ad815f" providerId="ADAL" clId="{B721A68C-0113-3C40-B8DB-B9349F7A6DAE}" dt="2024-11-17T14:24:33.105" v="578" actId="478"/>
          <ac:spMkLst>
            <pc:docMk/>
            <pc:sldMk cId="4020946544" sldId="334"/>
            <ac:spMk id="10" creationId="{9F98CBF8-2E45-79B2-BDB2-ADC16952454F}"/>
          </ac:spMkLst>
        </pc:spChg>
        <pc:spChg chg="add mod">
          <ac:chgData name="Kokchun Giang" userId="67e2125d-ec8c-4323-9653-9824a2ad815f" providerId="ADAL" clId="{B721A68C-0113-3C40-B8DB-B9349F7A6DAE}" dt="2024-11-17T14:38:04.996" v="965" actId="1076"/>
          <ac:spMkLst>
            <pc:docMk/>
            <pc:sldMk cId="4020946544" sldId="334"/>
            <ac:spMk id="31" creationId="{0527B651-B0DB-C1F2-2810-5FB943E20487}"/>
          </ac:spMkLst>
        </pc:spChg>
        <pc:spChg chg="add mod">
          <ac:chgData name="Kokchun Giang" userId="67e2125d-ec8c-4323-9653-9824a2ad815f" providerId="ADAL" clId="{B721A68C-0113-3C40-B8DB-B9349F7A6DAE}" dt="2024-11-17T14:36:59.488" v="924" actId="164"/>
          <ac:spMkLst>
            <pc:docMk/>
            <pc:sldMk cId="4020946544" sldId="334"/>
            <ac:spMk id="32" creationId="{DC209D4B-4FEF-60C7-4927-02785D703E4D}"/>
          </ac:spMkLst>
        </pc:spChg>
        <pc:spChg chg="add mod">
          <ac:chgData name="Kokchun Giang" userId="67e2125d-ec8c-4323-9653-9824a2ad815f" providerId="ADAL" clId="{B721A68C-0113-3C40-B8DB-B9349F7A6DAE}" dt="2024-11-17T14:38:07.609" v="966" actId="1076"/>
          <ac:spMkLst>
            <pc:docMk/>
            <pc:sldMk cId="4020946544" sldId="334"/>
            <ac:spMk id="33" creationId="{3B28B1FF-4FB0-CE74-561D-6AF366890317}"/>
          </ac:spMkLst>
        </pc:spChg>
        <pc:spChg chg="add mod">
          <ac:chgData name="Kokchun Giang" userId="67e2125d-ec8c-4323-9653-9824a2ad815f" providerId="ADAL" clId="{B721A68C-0113-3C40-B8DB-B9349F7A6DAE}" dt="2024-11-17T14:37:01.500" v="925" actId="164"/>
          <ac:spMkLst>
            <pc:docMk/>
            <pc:sldMk cId="4020946544" sldId="334"/>
            <ac:spMk id="34" creationId="{1008A171-5F63-576D-3B81-D6D6458699F5}"/>
          </ac:spMkLst>
        </pc:spChg>
        <pc:spChg chg="add mod">
          <ac:chgData name="Kokchun Giang" userId="67e2125d-ec8c-4323-9653-9824a2ad815f" providerId="ADAL" clId="{B721A68C-0113-3C40-B8DB-B9349F7A6DAE}" dt="2024-11-17T14:38:09.729" v="967" actId="1076"/>
          <ac:spMkLst>
            <pc:docMk/>
            <pc:sldMk cId="4020946544" sldId="334"/>
            <ac:spMk id="35" creationId="{14BDFB0F-4E62-F950-C4B4-18AEEE5D8C9F}"/>
          </ac:spMkLst>
        </pc:spChg>
        <pc:spChg chg="add mod">
          <ac:chgData name="Kokchun Giang" userId="67e2125d-ec8c-4323-9653-9824a2ad815f" providerId="ADAL" clId="{B721A68C-0113-3C40-B8DB-B9349F7A6DAE}" dt="2024-11-17T14:37:02.727" v="926" actId="164"/>
          <ac:spMkLst>
            <pc:docMk/>
            <pc:sldMk cId="4020946544" sldId="334"/>
            <ac:spMk id="36" creationId="{DD2DFF33-C2FC-3459-F9B7-C26383A5F778}"/>
          </ac:spMkLst>
        </pc:spChg>
        <pc:spChg chg="add mod">
          <ac:chgData name="Kokchun Giang" userId="67e2125d-ec8c-4323-9653-9824a2ad815f" providerId="ADAL" clId="{B721A68C-0113-3C40-B8DB-B9349F7A6DAE}" dt="2024-11-17T14:38:12.115" v="968" actId="1076"/>
          <ac:spMkLst>
            <pc:docMk/>
            <pc:sldMk cId="4020946544" sldId="334"/>
            <ac:spMk id="37" creationId="{2A48153A-2CFA-4576-602D-1A62E37DED7F}"/>
          </ac:spMkLst>
        </pc:spChg>
        <pc:spChg chg="mod">
          <ac:chgData name="Kokchun Giang" userId="67e2125d-ec8c-4323-9653-9824a2ad815f" providerId="ADAL" clId="{B721A68C-0113-3C40-B8DB-B9349F7A6DAE}" dt="2024-11-17T14:37:05.741" v="927" actId="571"/>
          <ac:spMkLst>
            <pc:docMk/>
            <pc:sldMk cId="4020946544" sldId="334"/>
            <ac:spMk id="44" creationId="{FD585C69-1A2C-88ED-D786-D6DBAF760EE2}"/>
          </ac:spMkLst>
        </pc:spChg>
        <pc:spChg chg="mod">
          <ac:chgData name="Kokchun Giang" userId="67e2125d-ec8c-4323-9653-9824a2ad815f" providerId="ADAL" clId="{B721A68C-0113-3C40-B8DB-B9349F7A6DAE}" dt="2024-11-17T14:37:44.837" v="964" actId="20577"/>
          <ac:spMkLst>
            <pc:docMk/>
            <pc:sldMk cId="4020946544" sldId="334"/>
            <ac:spMk id="45" creationId="{BC6FE35A-938A-6F3E-C062-0A51819F4916}"/>
          </ac:spMkLst>
        </pc:spChg>
        <pc:spChg chg="mod">
          <ac:chgData name="Kokchun Giang" userId="67e2125d-ec8c-4323-9653-9824a2ad815f" providerId="ADAL" clId="{B721A68C-0113-3C40-B8DB-B9349F7A6DAE}" dt="2024-11-17T14:38:16.422" v="969" actId="571"/>
          <ac:spMkLst>
            <pc:docMk/>
            <pc:sldMk cId="4020946544" sldId="334"/>
            <ac:spMk id="47" creationId="{0AEF5B0D-0C80-873A-8882-CD09139C35AA}"/>
          </ac:spMkLst>
        </pc:spChg>
        <pc:spChg chg="mod">
          <ac:chgData name="Kokchun Giang" userId="67e2125d-ec8c-4323-9653-9824a2ad815f" providerId="ADAL" clId="{B721A68C-0113-3C40-B8DB-B9349F7A6DAE}" dt="2024-11-17T14:38:59.343" v="997" actId="20577"/>
          <ac:spMkLst>
            <pc:docMk/>
            <pc:sldMk cId="4020946544" sldId="334"/>
            <ac:spMk id="48" creationId="{E5C32B0B-8C62-22CD-4CA1-7905418E87B7}"/>
          </ac:spMkLst>
        </pc:spChg>
        <pc:spChg chg="mod">
          <ac:chgData name="Kokchun Giang" userId="67e2125d-ec8c-4323-9653-9824a2ad815f" providerId="ADAL" clId="{B721A68C-0113-3C40-B8DB-B9349F7A6DAE}" dt="2024-11-17T14:39:08.759" v="998" actId="571"/>
          <ac:spMkLst>
            <pc:docMk/>
            <pc:sldMk cId="4020946544" sldId="334"/>
            <ac:spMk id="50" creationId="{CFFB7506-88B6-108A-B348-3AAD0988183F}"/>
          </ac:spMkLst>
        </pc:spChg>
        <pc:spChg chg="mod">
          <ac:chgData name="Kokchun Giang" userId="67e2125d-ec8c-4323-9653-9824a2ad815f" providerId="ADAL" clId="{B721A68C-0113-3C40-B8DB-B9349F7A6DAE}" dt="2024-11-17T14:39:50.713" v="1019" actId="20577"/>
          <ac:spMkLst>
            <pc:docMk/>
            <pc:sldMk cId="4020946544" sldId="334"/>
            <ac:spMk id="51" creationId="{9CEBA6CD-5E9B-E6BB-D38D-5B8DE1761787}"/>
          </ac:spMkLst>
        </pc:spChg>
        <pc:spChg chg="mod">
          <ac:chgData name="Kokchun Giang" userId="67e2125d-ec8c-4323-9653-9824a2ad815f" providerId="ADAL" clId="{B721A68C-0113-3C40-B8DB-B9349F7A6DAE}" dt="2024-11-17T14:40:06.732" v="1022" actId="571"/>
          <ac:spMkLst>
            <pc:docMk/>
            <pc:sldMk cId="4020946544" sldId="334"/>
            <ac:spMk id="53" creationId="{3E70FE97-D30A-3DD2-B325-0CBE191C80AB}"/>
          </ac:spMkLst>
        </pc:spChg>
        <pc:spChg chg="mod">
          <ac:chgData name="Kokchun Giang" userId="67e2125d-ec8c-4323-9653-9824a2ad815f" providerId="ADAL" clId="{B721A68C-0113-3C40-B8DB-B9349F7A6DAE}" dt="2024-11-17T14:40:18.544" v="1051" actId="20577"/>
          <ac:spMkLst>
            <pc:docMk/>
            <pc:sldMk cId="4020946544" sldId="334"/>
            <ac:spMk id="54" creationId="{EF88EF06-14A0-F51D-31D2-7A3060CEEB3B}"/>
          </ac:spMkLst>
        </pc:spChg>
        <pc:spChg chg="mod">
          <ac:chgData name="Kokchun Giang" userId="67e2125d-ec8c-4323-9653-9824a2ad815f" providerId="ADAL" clId="{B721A68C-0113-3C40-B8DB-B9349F7A6DAE}" dt="2024-11-17T14:40:24.770" v="1052" actId="571"/>
          <ac:spMkLst>
            <pc:docMk/>
            <pc:sldMk cId="4020946544" sldId="334"/>
            <ac:spMk id="56" creationId="{D5B09C29-D91F-9AE2-781B-B491938B45F2}"/>
          </ac:spMkLst>
        </pc:spChg>
        <pc:spChg chg="mod">
          <ac:chgData name="Kokchun Giang" userId="67e2125d-ec8c-4323-9653-9824a2ad815f" providerId="ADAL" clId="{B721A68C-0113-3C40-B8DB-B9349F7A6DAE}" dt="2024-11-17T14:40:45.896" v="1075" actId="20577"/>
          <ac:spMkLst>
            <pc:docMk/>
            <pc:sldMk cId="4020946544" sldId="334"/>
            <ac:spMk id="57" creationId="{30CC54C7-83EC-EAED-B962-0FA778500246}"/>
          </ac:spMkLst>
        </pc:spChg>
        <pc:spChg chg="add mod">
          <ac:chgData name="Kokchun Giang" userId="67e2125d-ec8c-4323-9653-9824a2ad815f" providerId="ADAL" clId="{B721A68C-0113-3C40-B8DB-B9349F7A6DAE}" dt="2024-11-17T14:42:17.848" v="1142" actId="1076"/>
          <ac:spMkLst>
            <pc:docMk/>
            <pc:sldMk cId="4020946544" sldId="334"/>
            <ac:spMk id="58" creationId="{8973C79D-2FA5-78A0-8A75-D8326107A22E}"/>
          </ac:spMkLst>
        </pc:spChg>
        <pc:grpChg chg="del mod">
          <ac:chgData name="Kokchun Giang" userId="67e2125d-ec8c-4323-9653-9824a2ad815f" providerId="ADAL" clId="{B721A68C-0113-3C40-B8DB-B9349F7A6DAE}" dt="2024-11-17T14:25:22.609" v="580" actId="478"/>
          <ac:grpSpMkLst>
            <pc:docMk/>
            <pc:sldMk cId="4020946544" sldId="334"/>
            <ac:grpSpMk id="20" creationId="{6FF3B2CF-046B-DC27-FBBD-CF64E9F02FBE}"/>
          </ac:grpSpMkLst>
        </pc:grpChg>
        <pc:grpChg chg="del mod">
          <ac:chgData name="Kokchun Giang" userId="67e2125d-ec8c-4323-9653-9824a2ad815f" providerId="ADAL" clId="{B721A68C-0113-3C40-B8DB-B9349F7A6DAE}" dt="2024-11-17T14:25:23.254" v="581" actId="478"/>
          <ac:grpSpMkLst>
            <pc:docMk/>
            <pc:sldMk cId="4020946544" sldId="334"/>
            <ac:grpSpMk id="21" creationId="{2DA1B8BD-65BD-4FD1-5174-5D672B11909E}"/>
          </ac:grpSpMkLst>
        </pc:grpChg>
        <pc:grpChg chg="del mod">
          <ac:chgData name="Kokchun Giang" userId="67e2125d-ec8c-4323-9653-9824a2ad815f" providerId="ADAL" clId="{B721A68C-0113-3C40-B8DB-B9349F7A6DAE}" dt="2024-11-17T14:25:22.609" v="580" actId="478"/>
          <ac:grpSpMkLst>
            <pc:docMk/>
            <pc:sldMk cId="4020946544" sldId="334"/>
            <ac:grpSpMk id="22" creationId="{F23656D0-CDC3-CD7E-241C-C77E23373A15}"/>
          </ac:grpSpMkLst>
        </pc:grpChg>
        <pc:grpChg chg="del mod">
          <ac:chgData name="Kokchun Giang" userId="67e2125d-ec8c-4323-9653-9824a2ad815f" providerId="ADAL" clId="{B721A68C-0113-3C40-B8DB-B9349F7A6DAE}" dt="2024-11-17T14:25:22.609" v="580" actId="478"/>
          <ac:grpSpMkLst>
            <pc:docMk/>
            <pc:sldMk cId="4020946544" sldId="334"/>
            <ac:grpSpMk id="23" creationId="{FB6A27FD-93B8-AAB8-467C-08A706A2E09F}"/>
          </ac:grpSpMkLst>
        </pc:grpChg>
        <pc:grpChg chg="del mod">
          <ac:chgData name="Kokchun Giang" userId="67e2125d-ec8c-4323-9653-9824a2ad815f" providerId="ADAL" clId="{B721A68C-0113-3C40-B8DB-B9349F7A6DAE}" dt="2024-11-17T14:25:22.609" v="580" actId="478"/>
          <ac:grpSpMkLst>
            <pc:docMk/>
            <pc:sldMk cId="4020946544" sldId="334"/>
            <ac:grpSpMk id="24" creationId="{C3FC0BC9-DA8A-B3DA-9CD2-9FC3C94D1E55}"/>
          </ac:grpSpMkLst>
        </pc:grpChg>
        <pc:grpChg chg="del mod">
          <ac:chgData name="Kokchun Giang" userId="67e2125d-ec8c-4323-9653-9824a2ad815f" providerId="ADAL" clId="{B721A68C-0113-3C40-B8DB-B9349F7A6DAE}" dt="2024-11-17T14:25:22.609" v="580" actId="478"/>
          <ac:grpSpMkLst>
            <pc:docMk/>
            <pc:sldMk cId="4020946544" sldId="334"/>
            <ac:grpSpMk id="25" creationId="{7562FC5D-2113-C9B4-6320-FB195EB38E56}"/>
          </ac:grpSpMkLst>
        </pc:grpChg>
        <pc:grpChg chg="del mod">
          <ac:chgData name="Kokchun Giang" userId="67e2125d-ec8c-4323-9653-9824a2ad815f" providerId="ADAL" clId="{B721A68C-0113-3C40-B8DB-B9349F7A6DAE}" dt="2024-11-17T14:25:22.609" v="580" actId="478"/>
          <ac:grpSpMkLst>
            <pc:docMk/>
            <pc:sldMk cId="4020946544" sldId="334"/>
            <ac:grpSpMk id="26" creationId="{C7D1EABA-DBD5-9DEC-3FF0-63CBCD7157F1}"/>
          </ac:grpSpMkLst>
        </pc:grpChg>
        <pc:grpChg chg="del mod">
          <ac:chgData name="Kokchun Giang" userId="67e2125d-ec8c-4323-9653-9824a2ad815f" providerId="ADAL" clId="{B721A68C-0113-3C40-B8DB-B9349F7A6DAE}" dt="2024-11-17T14:24:33.105" v="578" actId="478"/>
          <ac:grpSpMkLst>
            <pc:docMk/>
            <pc:sldMk cId="4020946544" sldId="334"/>
            <ac:grpSpMk id="27" creationId="{EAD5A352-247B-1620-7D0B-D33A73CBD81D}"/>
          </ac:grpSpMkLst>
        </pc:grpChg>
        <pc:grpChg chg="del mod">
          <ac:chgData name="Kokchun Giang" userId="67e2125d-ec8c-4323-9653-9824a2ad815f" providerId="ADAL" clId="{B721A68C-0113-3C40-B8DB-B9349F7A6DAE}" dt="2024-11-17T14:25:22.609" v="580" actId="478"/>
          <ac:grpSpMkLst>
            <pc:docMk/>
            <pc:sldMk cId="4020946544" sldId="334"/>
            <ac:grpSpMk id="28" creationId="{6AF854FE-85BA-F603-584D-AAB7254CD3FC}"/>
          </ac:grpSpMkLst>
        </pc:grpChg>
        <pc:grpChg chg="add mod">
          <ac:chgData name="Kokchun Giang" userId="67e2125d-ec8c-4323-9653-9824a2ad815f" providerId="ADAL" clId="{B721A68C-0113-3C40-B8DB-B9349F7A6DAE}" dt="2024-11-17T14:41:38.415" v="1076" actId="1076"/>
          <ac:grpSpMkLst>
            <pc:docMk/>
            <pc:sldMk cId="4020946544" sldId="334"/>
            <ac:grpSpMk id="39" creationId="{D5309F79-EA20-28CD-0D5D-C05E8E75422B}"/>
          </ac:grpSpMkLst>
        </pc:grpChg>
        <pc:grpChg chg="add mod">
          <ac:chgData name="Kokchun Giang" userId="67e2125d-ec8c-4323-9653-9824a2ad815f" providerId="ADAL" clId="{B721A68C-0113-3C40-B8DB-B9349F7A6DAE}" dt="2024-11-17T14:41:38.415" v="1076" actId="1076"/>
          <ac:grpSpMkLst>
            <pc:docMk/>
            <pc:sldMk cId="4020946544" sldId="334"/>
            <ac:grpSpMk id="40" creationId="{3C6CE380-7803-5BFC-29BA-2FF64B26B3DA}"/>
          </ac:grpSpMkLst>
        </pc:grpChg>
        <pc:grpChg chg="add mod">
          <ac:chgData name="Kokchun Giang" userId="67e2125d-ec8c-4323-9653-9824a2ad815f" providerId="ADAL" clId="{B721A68C-0113-3C40-B8DB-B9349F7A6DAE}" dt="2024-11-17T14:41:38.415" v="1076" actId="1076"/>
          <ac:grpSpMkLst>
            <pc:docMk/>
            <pc:sldMk cId="4020946544" sldId="334"/>
            <ac:grpSpMk id="41" creationId="{F55A4F97-C6F9-AA30-6C3D-045E82D85373}"/>
          </ac:grpSpMkLst>
        </pc:grpChg>
        <pc:grpChg chg="add mod">
          <ac:chgData name="Kokchun Giang" userId="67e2125d-ec8c-4323-9653-9824a2ad815f" providerId="ADAL" clId="{B721A68C-0113-3C40-B8DB-B9349F7A6DAE}" dt="2024-11-17T14:41:38.415" v="1076" actId="1076"/>
          <ac:grpSpMkLst>
            <pc:docMk/>
            <pc:sldMk cId="4020946544" sldId="334"/>
            <ac:grpSpMk id="42" creationId="{8932CA1A-8096-E714-5956-420DD7D66CB9}"/>
          </ac:grpSpMkLst>
        </pc:grpChg>
        <pc:grpChg chg="add mod">
          <ac:chgData name="Kokchun Giang" userId="67e2125d-ec8c-4323-9653-9824a2ad815f" providerId="ADAL" clId="{B721A68C-0113-3C40-B8DB-B9349F7A6DAE}" dt="2024-11-17T14:41:38.415" v="1076" actId="1076"/>
          <ac:grpSpMkLst>
            <pc:docMk/>
            <pc:sldMk cId="4020946544" sldId="334"/>
            <ac:grpSpMk id="43" creationId="{BFAF56A2-C652-4950-DC7A-BB988A580323}"/>
          </ac:grpSpMkLst>
        </pc:grpChg>
        <pc:grpChg chg="add mod">
          <ac:chgData name="Kokchun Giang" userId="67e2125d-ec8c-4323-9653-9824a2ad815f" providerId="ADAL" clId="{B721A68C-0113-3C40-B8DB-B9349F7A6DAE}" dt="2024-11-17T14:41:38.415" v="1076" actId="1076"/>
          <ac:grpSpMkLst>
            <pc:docMk/>
            <pc:sldMk cId="4020946544" sldId="334"/>
            <ac:grpSpMk id="46" creationId="{777DC5B9-E105-9498-707C-7970137C6578}"/>
          </ac:grpSpMkLst>
        </pc:grpChg>
        <pc:grpChg chg="add mod">
          <ac:chgData name="Kokchun Giang" userId="67e2125d-ec8c-4323-9653-9824a2ad815f" providerId="ADAL" clId="{B721A68C-0113-3C40-B8DB-B9349F7A6DAE}" dt="2024-11-17T14:41:38.415" v="1076" actId="1076"/>
          <ac:grpSpMkLst>
            <pc:docMk/>
            <pc:sldMk cId="4020946544" sldId="334"/>
            <ac:grpSpMk id="49" creationId="{EFE074AF-A311-6401-5BAB-1C22CF42FD6A}"/>
          </ac:grpSpMkLst>
        </pc:grpChg>
        <pc:grpChg chg="add mod">
          <ac:chgData name="Kokchun Giang" userId="67e2125d-ec8c-4323-9653-9824a2ad815f" providerId="ADAL" clId="{B721A68C-0113-3C40-B8DB-B9349F7A6DAE}" dt="2024-11-17T14:41:38.415" v="1076" actId="1076"/>
          <ac:grpSpMkLst>
            <pc:docMk/>
            <pc:sldMk cId="4020946544" sldId="334"/>
            <ac:grpSpMk id="52" creationId="{A1CA0BC6-7DB4-38D8-CAEA-E1CA22DC71D7}"/>
          </ac:grpSpMkLst>
        </pc:grpChg>
        <pc:grpChg chg="add mod">
          <ac:chgData name="Kokchun Giang" userId="67e2125d-ec8c-4323-9653-9824a2ad815f" providerId="ADAL" clId="{B721A68C-0113-3C40-B8DB-B9349F7A6DAE}" dt="2024-11-17T14:41:38.415" v="1076" actId="1076"/>
          <ac:grpSpMkLst>
            <pc:docMk/>
            <pc:sldMk cId="4020946544" sldId="334"/>
            <ac:grpSpMk id="55" creationId="{5B2D07F0-902E-4B28-23B3-E3A4E82F69A4}"/>
          </ac:grpSpMkLst>
        </pc:grpChg>
        <pc:picChg chg="del mod">
          <ac:chgData name="Kokchun Giang" userId="67e2125d-ec8c-4323-9653-9824a2ad815f" providerId="ADAL" clId="{B721A68C-0113-3C40-B8DB-B9349F7A6DAE}" dt="2024-11-17T14:34:52.415" v="905" actId="478"/>
          <ac:picMkLst>
            <pc:docMk/>
            <pc:sldMk cId="4020946544" sldId="334"/>
            <ac:picMk id="7" creationId="{61DB8BC6-8EE5-5047-94D5-9AA93F7F480D}"/>
          </ac:picMkLst>
        </pc:picChg>
        <pc:picChg chg="add mod">
          <ac:chgData name="Kokchun Giang" userId="67e2125d-ec8c-4323-9653-9824a2ad815f" providerId="ADAL" clId="{B721A68C-0113-3C40-B8DB-B9349F7A6DAE}" dt="2024-11-17T14:34:50.221" v="904"/>
          <ac:picMkLst>
            <pc:docMk/>
            <pc:sldMk cId="4020946544" sldId="334"/>
            <ac:picMk id="38" creationId="{3CD26B09-774C-1F08-45A4-7AFFA785E1EC}"/>
          </ac:picMkLst>
        </pc:picChg>
      </pc:sldChg>
      <pc:sldChg chg="add">
        <pc:chgData name="Kokchun Giang" userId="67e2125d-ec8c-4323-9653-9824a2ad815f" providerId="ADAL" clId="{B721A68C-0113-3C40-B8DB-B9349F7A6DAE}" dt="2024-11-17T14:34:18.649" v="897"/>
        <pc:sldMkLst>
          <pc:docMk/>
          <pc:sldMk cId="2596772342" sldId="335"/>
        </pc:sldMkLst>
      </pc:sldChg>
      <pc:sldChg chg="addSp delSp modSp add mod modTransition modAnim">
        <pc:chgData name="Kokchun Giang" userId="67e2125d-ec8c-4323-9653-9824a2ad815f" providerId="ADAL" clId="{B721A68C-0113-3C40-B8DB-B9349F7A6DAE}" dt="2024-11-17T17:25:56.973" v="2298"/>
        <pc:sldMkLst>
          <pc:docMk/>
          <pc:sldMk cId="646982067" sldId="336"/>
        </pc:sldMkLst>
        <pc:spChg chg="add mod">
          <ac:chgData name="Kokchun Giang" userId="67e2125d-ec8c-4323-9653-9824a2ad815f" providerId="ADAL" clId="{B721A68C-0113-3C40-B8DB-B9349F7A6DAE}" dt="2024-11-17T17:04:54.965" v="1379" actId="208"/>
          <ac:spMkLst>
            <pc:docMk/>
            <pc:sldMk cId="646982067" sldId="336"/>
            <ac:spMk id="4" creationId="{61473A0A-F934-AD08-9F56-F6799DC559F6}"/>
          </ac:spMkLst>
        </pc:spChg>
        <pc:spChg chg="add mod">
          <ac:chgData name="Kokchun Giang" userId="67e2125d-ec8c-4323-9653-9824a2ad815f" providerId="ADAL" clId="{B721A68C-0113-3C40-B8DB-B9349F7A6DAE}" dt="2024-11-17T17:19:38.212" v="2259" actId="164"/>
          <ac:spMkLst>
            <pc:docMk/>
            <pc:sldMk cId="646982067" sldId="336"/>
            <ac:spMk id="5" creationId="{48D75C52-C7D9-C5B5-192D-6AEDDF9E936E}"/>
          </ac:spMkLst>
        </pc:spChg>
        <pc:spChg chg="mod">
          <ac:chgData name="Kokchun Giang" userId="67e2125d-ec8c-4323-9653-9824a2ad815f" providerId="ADAL" clId="{B721A68C-0113-3C40-B8DB-B9349F7A6DAE}" dt="2024-11-17T14:52:18.503" v="1280" actId="14100"/>
          <ac:spMkLst>
            <pc:docMk/>
            <pc:sldMk cId="646982067" sldId="336"/>
            <ac:spMk id="6" creationId="{AA502D20-72E3-4122-C9FD-CFF994A95D83}"/>
          </ac:spMkLst>
        </pc:spChg>
        <pc:spChg chg="add mod">
          <ac:chgData name="Kokchun Giang" userId="67e2125d-ec8c-4323-9653-9824a2ad815f" providerId="ADAL" clId="{B721A68C-0113-3C40-B8DB-B9349F7A6DAE}" dt="2024-11-17T14:52:43.295" v="1313" actId="1076"/>
          <ac:spMkLst>
            <pc:docMk/>
            <pc:sldMk cId="646982067" sldId="336"/>
            <ac:spMk id="13" creationId="{296EA946-EB99-3189-0A7D-E5A6FE9FDA7A}"/>
          </ac:spMkLst>
        </pc:spChg>
        <pc:spChg chg="del">
          <ac:chgData name="Kokchun Giang" userId="67e2125d-ec8c-4323-9653-9824a2ad815f" providerId="ADAL" clId="{B721A68C-0113-3C40-B8DB-B9349F7A6DAE}" dt="2024-11-17T14:45:33.716" v="1223" actId="478"/>
          <ac:spMkLst>
            <pc:docMk/>
            <pc:sldMk cId="646982067" sldId="336"/>
            <ac:spMk id="58" creationId="{7D5152B3-BAB2-F3E1-F19F-1AC43773627B}"/>
          </ac:spMkLst>
        </pc:spChg>
        <pc:grpChg chg="add mod">
          <ac:chgData name="Kokchun Giang" userId="67e2125d-ec8c-4323-9653-9824a2ad815f" providerId="ADAL" clId="{B721A68C-0113-3C40-B8DB-B9349F7A6DAE}" dt="2024-11-17T17:19:38.212" v="2259" actId="164"/>
          <ac:grpSpMkLst>
            <pc:docMk/>
            <pc:sldMk cId="646982067" sldId="336"/>
            <ac:grpSpMk id="14" creationId="{1866CFD4-643F-60E7-3F81-0B8AAA2A36EA}"/>
          </ac:grpSpMkLst>
        </pc:grpChg>
        <pc:grpChg chg="del">
          <ac:chgData name="Kokchun Giang" userId="67e2125d-ec8c-4323-9653-9824a2ad815f" providerId="ADAL" clId="{B721A68C-0113-3C40-B8DB-B9349F7A6DAE}" dt="2024-11-17T14:45:33.716" v="1223" actId="478"/>
          <ac:grpSpMkLst>
            <pc:docMk/>
            <pc:sldMk cId="646982067" sldId="336"/>
            <ac:grpSpMk id="39" creationId="{8EE3E079-2ED7-016D-5BD6-6D86C71CDDA4}"/>
          </ac:grpSpMkLst>
        </pc:grpChg>
        <pc:grpChg chg="del">
          <ac:chgData name="Kokchun Giang" userId="67e2125d-ec8c-4323-9653-9824a2ad815f" providerId="ADAL" clId="{B721A68C-0113-3C40-B8DB-B9349F7A6DAE}" dt="2024-11-17T14:45:33.716" v="1223" actId="478"/>
          <ac:grpSpMkLst>
            <pc:docMk/>
            <pc:sldMk cId="646982067" sldId="336"/>
            <ac:grpSpMk id="40" creationId="{398C0BAC-BC98-BD8B-A455-F8B93D92D637}"/>
          </ac:grpSpMkLst>
        </pc:grpChg>
        <pc:grpChg chg="del">
          <ac:chgData name="Kokchun Giang" userId="67e2125d-ec8c-4323-9653-9824a2ad815f" providerId="ADAL" clId="{B721A68C-0113-3C40-B8DB-B9349F7A6DAE}" dt="2024-11-17T14:45:33.716" v="1223" actId="478"/>
          <ac:grpSpMkLst>
            <pc:docMk/>
            <pc:sldMk cId="646982067" sldId="336"/>
            <ac:grpSpMk id="41" creationId="{1234C37A-F3D6-F166-2CC6-8AC37AB96D24}"/>
          </ac:grpSpMkLst>
        </pc:grpChg>
        <pc:grpChg chg="del">
          <ac:chgData name="Kokchun Giang" userId="67e2125d-ec8c-4323-9653-9824a2ad815f" providerId="ADAL" clId="{B721A68C-0113-3C40-B8DB-B9349F7A6DAE}" dt="2024-11-17T14:45:33.716" v="1223" actId="478"/>
          <ac:grpSpMkLst>
            <pc:docMk/>
            <pc:sldMk cId="646982067" sldId="336"/>
            <ac:grpSpMk id="42" creationId="{7CA54B4B-6935-5F43-098A-3F83BF107AC1}"/>
          </ac:grpSpMkLst>
        </pc:grpChg>
        <pc:grpChg chg="del">
          <ac:chgData name="Kokchun Giang" userId="67e2125d-ec8c-4323-9653-9824a2ad815f" providerId="ADAL" clId="{B721A68C-0113-3C40-B8DB-B9349F7A6DAE}" dt="2024-11-17T14:45:33.716" v="1223" actId="478"/>
          <ac:grpSpMkLst>
            <pc:docMk/>
            <pc:sldMk cId="646982067" sldId="336"/>
            <ac:grpSpMk id="43" creationId="{91A61A77-85FD-C81A-6789-C5215FBD89C4}"/>
          </ac:grpSpMkLst>
        </pc:grpChg>
        <pc:grpChg chg="del">
          <ac:chgData name="Kokchun Giang" userId="67e2125d-ec8c-4323-9653-9824a2ad815f" providerId="ADAL" clId="{B721A68C-0113-3C40-B8DB-B9349F7A6DAE}" dt="2024-11-17T14:45:33.716" v="1223" actId="478"/>
          <ac:grpSpMkLst>
            <pc:docMk/>
            <pc:sldMk cId="646982067" sldId="336"/>
            <ac:grpSpMk id="46" creationId="{7B25BD26-A443-4A81-5E31-1F45AFD02954}"/>
          </ac:grpSpMkLst>
        </pc:grpChg>
        <pc:grpChg chg="del">
          <ac:chgData name="Kokchun Giang" userId="67e2125d-ec8c-4323-9653-9824a2ad815f" providerId="ADAL" clId="{B721A68C-0113-3C40-B8DB-B9349F7A6DAE}" dt="2024-11-17T14:45:33.716" v="1223" actId="478"/>
          <ac:grpSpMkLst>
            <pc:docMk/>
            <pc:sldMk cId="646982067" sldId="336"/>
            <ac:grpSpMk id="49" creationId="{15BD7C8F-5936-5C8C-B032-61671AC78800}"/>
          </ac:grpSpMkLst>
        </pc:grpChg>
        <pc:grpChg chg="del">
          <ac:chgData name="Kokchun Giang" userId="67e2125d-ec8c-4323-9653-9824a2ad815f" providerId="ADAL" clId="{B721A68C-0113-3C40-B8DB-B9349F7A6DAE}" dt="2024-11-17T14:45:33.716" v="1223" actId="478"/>
          <ac:grpSpMkLst>
            <pc:docMk/>
            <pc:sldMk cId="646982067" sldId="336"/>
            <ac:grpSpMk id="52" creationId="{0B00DF83-A865-0C86-F6DC-37C52A46E0E9}"/>
          </ac:grpSpMkLst>
        </pc:grpChg>
        <pc:grpChg chg="del">
          <ac:chgData name="Kokchun Giang" userId="67e2125d-ec8c-4323-9653-9824a2ad815f" providerId="ADAL" clId="{B721A68C-0113-3C40-B8DB-B9349F7A6DAE}" dt="2024-11-17T14:45:33.716" v="1223" actId="478"/>
          <ac:grpSpMkLst>
            <pc:docMk/>
            <pc:sldMk cId="646982067" sldId="336"/>
            <ac:grpSpMk id="55" creationId="{AE9A6A2B-F9DD-924D-50D4-8655F961E79A}"/>
          </ac:grpSpMkLst>
        </pc:grpChg>
        <pc:picChg chg="add mod">
          <ac:chgData name="Kokchun Giang" userId="67e2125d-ec8c-4323-9653-9824a2ad815f" providerId="ADAL" clId="{B721A68C-0113-3C40-B8DB-B9349F7A6DAE}" dt="2024-11-17T14:50:07.770" v="1233" actId="1076"/>
          <ac:picMkLst>
            <pc:docMk/>
            <pc:sldMk cId="646982067" sldId="336"/>
            <ac:picMk id="3" creationId="{6F78D49F-8493-B07C-1049-0AEA3C81E284}"/>
          </ac:picMkLst>
        </pc:picChg>
        <pc:picChg chg="add mod">
          <ac:chgData name="Kokchun Giang" userId="67e2125d-ec8c-4323-9653-9824a2ad815f" providerId="ADAL" clId="{B721A68C-0113-3C40-B8DB-B9349F7A6DAE}" dt="2024-11-17T14:52:10.818" v="1271" actId="1076"/>
          <ac:picMkLst>
            <pc:docMk/>
            <pc:sldMk cId="646982067" sldId="336"/>
            <ac:picMk id="12" creationId="{302F4563-607D-5A70-2A77-2B9F653A65E0}"/>
          </ac:picMkLst>
        </pc:picChg>
        <pc:inkChg chg="add del">
          <ac:chgData name="Kokchun Giang" userId="67e2125d-ec8c-4323-9653-9824a2ad815f" providerId="ADAL" clId="{B721A68C-0113-3C40-B8DB-B9349F7A6DAE}" dt="2024-11-17T14:51:26.232" v="1264" actId="9405"/>
          <ac:inkMkLst>
            <pc:docMk/>
            <pc:sldMk cId="646982067" sldId="336"/>
            <ac:inkMk id="10" creationId="{C430BE06-1CEE-22EE-C05D-0095DC8BD18A}"/>
          </ac:inkMkLst>
        </pc:inkChg>
        <pc:inkChg chg="add mod">
          <ac:chgData name="Kokchun Giang" userId="67e2125d-ec8c-4323-9653-9824a2ad815f" providerId="ADAL" clId="{B721A68C-0113-3C40-B8DB-B9349F7A6DAE}" dt="2024-11-17T17:19:38.212" v="2259" actId="164"/>
          <ac:inkMkLst>
            <pc:docMk/>
            <pc:sldMk cId="646982067" sldId="336"/>
            <ac:inkMk id="11" creationId="{D906CDC1-3833-C1B6-34D4-4B5FE36B9D28}"/>
          </ac:inkMkLst>
        </pc:inkChg>
        <pc:cxnChg chg="add del mod">
          <ac:chgData name="Kokchun Giang" userId="67e2125d-ec8c-4323-9653-9824a2ad815f" providerId="ADAL" clId="{B721A68C-0113-3C40-B8DB-B9349F7A6DAE}" dt="2024-11-17T14:51:17.868" v="1262" actId="478"/>
          <ac:cxnSpMkLst>
            <pc:docMk/>
            <pc:sldMk cId="646982067" sldId="336"/>
            <ac:cxnSpMk id="8" creationId="{432073DF-4343-5DA0-C515-536A5B121F68}"/>
          </ac:cxnSpMkLst>
        </pc:cxnChg>
      </pc:sldChg>
      <pc:sldChg chg="addSp delSp modSp add mod ord modTransition modAnim">
        <pc:chgData name="Kokchun Giang" userId="67e2125d-ec8c-4323-9653-9824a2ad815f" providerId="ADAL" clId="{B721A68C-0113-3C40-B8DB-B9349F7A6DAE}" dt="2024-11-17T17:25:53.747" v="2296"/>
        <pc:sldMkLst>
          <pc:docMk/>
          <pc:sldMk cId="3850171205" sldId="337"/>
        </pc:sldMkLst>
        <pc:spChg chg="del">
          <ac:chgData name="Kokchun Giang" userId="67e2125d-ec8c-4323-9653-9824a2ad815f" providerId="ADAL" clId="{B721A68C-0113-3C40-B8DB-B9349F7A6DAE}" dt="2024-11-17T14:56:06.519" v="1327" actId="478"/>
          <ac:spMkLst>
            <pc:docMk/>
            <pc:sldMk cId="3850171205" sldId="337"/>
            <ac:spMk id="4" creationId="{6FF51B89-88FD-D2E4-1423-086CB466A993}"/>
          </ac:spMkLst>
        </pc:spChg>
        <pc:spChg chg="del">
          <ac:chgData name="Kokchun Giang" userId="67e2125d-ec8c-4323-9653-9824a2ad815f" providerId="ADAL" clId="{B721A68C-0113-3C40-B8DB-B9349F7A6DAE}" dt="2024-11-17T14:56:06.519" v="1327" actId="478"/>
          <ac:spMkLst>
            <pc:docMk/>
            <pc:sldMk cId="3850171205" sldId="337"/>
            <ac:spMk id="5" creationId="{31D3D8B1-6BF8-C018-B3A4-48214D1266BA}"/>
          </ac:spMkLst>
        </pc:spChg>
        <pc:spChg chg="mod">
          <ac:chgData name="Kokchun Giang" userId="67e2125d-ec8c-4323-9653-9824a2ad815f" providerId="ADAL" clId="{B721A68C-0113-3C40-B8DB-B9349F7A6DAE}" dt="2024-11-17T17:03:02.258" v="1366" actId="20577"/>
          <ac:spMkLst>
            <pc:docMk/>
            <pc:sldMk cId="3850171205" sldId="337"/>
            <ac:spMk id="6" creationId="{FC147CED-DEF1-25BA-739C-97B2B119A311}"/>
          </ac:spMkLst>
        </pc:spChg>
        <pc:spChg chg="del">
          <ac:chgData name="Kokchun Giang" userId="67e2125d-ec8c-4323-9653-9824a2ad815f" providerId="ADAL" clId="{B721A68C-0113-3C40-B8DB-B9349F7A6DAE}" dt="2024-11-17T14:56:06.519" v="1327" actId="478"/>
          <ac:spMkLst>
            <pc:docMk/>
            <pc:sldMk cId="3850171205" sldId="337"/>
            <ac:spMk id="13" creationId="{9FBF935C-4035-29DF-5A20-5F8B50AF794C}"/>
          </ac:spMkLst>
        </pc:spChg>
        <pc:spChg chg="add mod">
          <ac:chgData name="Kokchun Giang" userId="67e2125d-ec8c-4323-9653-9824a2ad815f" providerId="ADAL" clId="{B721A68C-0113-3C40-B8DB-B9349F7A6DAE}" dt="2024-11-17T17:20:17.431" v="2263" actId="1076"/>
          <ac:spMkLst>
            <pc:docMk/>
            <pc:sldMk cId="3850171205" sldId="337"/>
            <ac:spMk id="16" creationId="{11C0FFC8-E9F1-E1EC-B672-C1239A5C48BE}"/>
          </ac:spMkLst>
        </pc:spChg>
        <pc:spChg chg="add mod">
          <ac:chgData name="Kokchun Giang" userId="67e2125d-ec8c-4323-9653-9824a2ad815f" providerId="ADAL" clId="{B721A68C-0113-3C40-B8DB-B9349F7A6DAE}" dt="2024-11-17T17:18:46.814" v="2247" actId="164"/>
          <ac:spMkLst>
            <pc:docMk/>
            <pc:sldMk cId="3850171205" sldId="337"/>
            <ac:spMk id="17" creationId="{0DCB8BA9-452D-0CA0-F6FD-4DE822E482C7}"/>
          </ac:spMkLst>
        </pc:spChg>
        <pc:spChg chg="add mod">
          <ac:chgData name="Kokchun Giang" userId="67e2125d-ec8c-4323-9653-9824a2ad815f" providerId="ADAL" clId="{B721A68C-0113-3C40-B8DB-B9349F7A6DAE}" dt="2024-11-17T17:20:17.431" v="2263" actId="1076"/>
          <ac:spMkLst>
            <pc:docMk/>
            <pc:sldMk cId="3850171205" sldId="337"/>
            <ac:spMk id="19" creationId="{ACC5C0B3-4639-8C51-2951-7DF35412CF87}"/>
          </ac:spMkLst>
        </pc:spChg>
        <pc:spChg chg="add mod">
          <ac:chgData name="Kokchun Giang" userId="67e2125d-ec8c-4323-9653-9824a2ad815f" providerId="ADAL" clId="{B721A68C-0113-3C40-B8DB-B9349F7A6DAE}" dt="2024-11-17T17:19:13.736" v="2253" actId="164"/>
          <ac:spMkLst>
            <pc:docMk/>
            <pc:sldMk cId="3850171205" sldId="337"/>
            <ac:spMk id="20" creationId="{B58E32F8-C0D8-69C1-2705-4E4590790939}"/>
          </ac:spMkLst>
        </pc:spChg>
        <pc:spChg chg="add mod">
          <ac:chgData name="Kokchun Giang" userId="67e2125d-ec8c-4323-9653-9824a2ad815f" providerId="ADAL" clId="{B721A68C-0113-3C40-B8DB-B9349F7A6DAE}" dt="2024-11-17T17:20:17.431" v="2263" actId="1076"/>
          <ac:spMkLst>
            <pc:docMk/>
            <pc:sldMk cId="3850171205" sldId="337"/>
            <ac:spMk id="22" creationId="{74FFC6C2-C87B-4C7E-E398-A5736E67F50F}"/>
          </ac:spMkLst>
        </pc:spChg>
        <pc:spChg chg="add mod">
          <ac:chgData name="Kokchun Giang" userId="67e2125d-ec8c-4323-9653-9824a2ad815f" providerId="ADAL" clId="{B721A68C-0113-3C40-B8DB-B9349F7A6DAE}" dt="2024-11-17T17:18:58.443" v="2250" actId="164"/>
          <ac:spMkLst>
            <pc:docMk/>
            <pc:sldMk cId="3850171205" sldId="337"/>
            <ac:spMk id="23" creationId="{2A85F440-D734-48A6-6DF9-42FA386914AA}"/>
          </ac:spMkLst>
        </pc:spChg>
        <pc:grpChg chg="add mod">
          <ac:chgData name="Kokchun Giang" userId="67e2125d-ec8c-4323-9653-9824a2ad815f" providerId="ADAL" clId="{B721A68C-0113-3C40-B8DB-B9349F7A6DAE}" dt="2024-11-17T17:20:17.431" v="2263" actId="1076"/>
          <ac:grpSpMkLst>
            <pc:docMk/>
            <pc:sldMk cId="3850171205" sldId="337"/>
            <ac:grpSpMk id="25" creationId="{A229977C-642F-4F7C-305B-E4D71FC7503F}"/>
          </ac:grpSpMkLst>
        </pc:grpChg>
        <pc:grpChg chg="add mod">
          <ac:chgData name="Kokchun Giang" userId="67e2125d-ec8c-4323-9653-9824a2ad815f" providerId="ADAL" clId="{B721A68C-0113-3C40-B8DB-B9349F7A6DAE}" dt="2024-11-17T17:20:17.431" v="2263" actId="1076"/>
          <ac:grpSpMkLst>
            <pc:docMk/>
            <pc:sldMk cId="3850171205" sldId="337"/>
            <ac:grpSpMk id="26" creationId="{3E1648DC-3081-0A66-6CE9-3C31067FF80C}"/>
          </ac:grpSpMkLst>
        </pc:grpChg>
        <pc:grpChg chg="add mod">
          <ac:chgData name="Kokchun Giang" userId="67e2125d-ec8c-4323-9653-9824a2ad815f" providerId="ADAL" clId="{B721A68C-0113-3C40-B8DB-B9349F7A6DAE}" dt="2024-11-17T17:20:17.431" v="2263" actId="1076"/>
          <ac:grpSpMkLst>
            <pc:docMk/>
            <pc:sldMk cId="3850171205" sldId="337"/>
            <ac:grpSpMk id="27" creationId="{35D990F0-9416-3940-80B2-40B4D4EB5279}"/>
          </ac:grpSpMkLst>
        </pc:grpChg>
        <pc:picChg chg="add mod">
          <ac:chgData name="Kokchun Giang" userId="67e2125d-ec8c-4323-9653-9824a2ad815f" providerId="ADAL" clId="{B721A68C-0113-3C40-B8DB-B9349F7A6DAE}" dt="2024-11-17T17:20:17.431" v="2263" actId="1076"/>
          <ac:picMkLst>
            <pc:docMk/>
            <pc:sldMk cId="3850171205" sldId="337"/>
            <ac:picMk id="2" creationId="{3A1B12CA-B035-87CB-F24A-3A5F2FE825B4}"/>
          </ac:picMkLst>
        </pc:picChg>
        <pc:picChg chg="del">
          <ac:chgData name="Kokchun Giang" userId="67e2125d-ec8c-4323-9653-9824a2ad815f" providerId="ADAL" clId="{B721A68C-0113-3C40-B8DB-B9349F7A6DAE}" dt="2024-11-17T14:56:03.004" v="1326" actId="478"/>
          <ac:picMkLst>
            <pc:docMk/>
            <pc:sldMk cId="3850171205" sldId="337"/>
            <ac:picMk id="3" creationId="{A8A6EB07-84AC-7C57-3351-22603C311345}"/>
          </ac:picMkLst>
        </pc:picChg>
        <pc:picChg chg="add mod">
          <ac:chgData name="Kokchun Giang" userId="67e2125d-ec8c-4323-9653-9824a2ad815f" providerId="ADAL" clId="{B721A68C-0113-3C40-B8DB-B9349F7A6DAE}" dt="2024-11-17T17:20:17.431" v="2263" actId="1076"/>
          <ac:picMkLst>
            <pc:docMk/>
            <pc:sldMk cId="3850171205" sldId="337"/>
            <ac:picMk id="7" creationId="{ADC0ED46-945A-E8D5-4FBF-1007D4A103C6}"/>
          </ac:picMkLst>
        </pc:picChg>
        <pc:picChg chg="del">
          <ac:chgData name="Kokchun Giang" userId="67e2125d-ec8c-4323-9653-9824a2ad815f" providerId="ADAL" clId="{B721A68C-0113-3C40-B8DB-B9349F7A6DAE}" dt="2024-11-17T14:56:06.519" v="1327" actId="478"/>
          <ac:picMkLst>
            <pc:docMk/>
            <pc:sldMk cId="3850171205" sldId="337"/>
            <ac:picMk id="12" creationId="{56B7D039-1F5F-7E7B-7C1F-6262037F9A60}"/>
          </ac:picMkLst>
        </pc:picChg>
        <pc:inkChg chg="del">
          <ac:chgData name="Kokchun Giang" userId="67e2125d-ec8c-4323-9653-9824a2ad815f" providerId="ADAL" clId="{B721A68C-0113-3C40-B8DB-B9349F7A6DAE}" dt="2024-11-17T14:56:06.519" v="1327" actId="478"/>
          <ac:inkMkLst>
            <pc:docMk/>
            <pc:sldMk cId="3850171205" sldId="337"/>
            <ac:inkMk id="11" creationId="{BE4DF1C1-E041-F8F3-7A54-D2BE44D09654}"/>
          </ac:inkMkLst>
        </pc:inkChg>
        <pc:cxnChg chg="add mod">
          <ac:chgData name="Kokchun Giang" userId="67e2125d-ec8c-4323-9653-9824a2ad815f" providerId="ADAL" clId="{B721A68C-0113-3C40-B8DB-B9349F7A6DAE}" dt="2024-11-17T17:18:46.814" v="2247" actId="164"/>
          <ac:cxnSpMkLst>
            <pc:docMk/>
            <pc:sldMk cId="3850171205" sldId="337"/>
            <ac:cxnSpMk id="9" creationId="{887DF55D-FEB8-9F5E-1926-3831EA9D7C24}"/>
          </ac:cxnSpMkLst>
        </pc:cxnChg>
        <pc:cxnChg chg="add mod">
          <ac:chgData name="Kokchun Giang" userId="67e2125d-ec8c-4323-9653-9824a2ad815f" providerId="ADAL" clId="{B721A68C-0113-3C40-B8DB-B9349F7A6DAE}" dt="2024-11-17T17:19:13.736" v="2253" actId="164"/>
          <ac:cxnSpMkLst>
            <pc:docMk/>
            <pc:sldMk cId="3850171205" sldId="337"/>
            <ac:cxnSpMk id="18" creationId="{77061AC3-D44D-A999-C6D7-4BA73ECF75FE}"/>
          </ac:cxnSpMkLst>
        </pc:cxnChg>
        <pc:cxnChg chg="add mod">
          <ac:chgData name="Kokchun Giang" userId="67e2125d-ec8c-4323-9653-9824a2ad815f" providerId="ADAL" clId="{B721A68C-0113-3C40-B8DB-B9349F7A6DAE}" dt="2024-11-17T17:18:58.443" v="2250" actId="164"/>
          <ac:cxnSpMkLst>
            <pc:docMk/>
            <pc:sldMk cId="3850171205" sldId="337"/>
            <ac:cxnSpMk id="24" creationId="{4DF0D7F4-C4A6-35A5-7FE1-70B2CEA77635}"/>
          </ac:cxnSpMkLst>
        </pc:cxnChg>
      </pc:sldChg>
      <pc:sldChg chg="addSp delSp modSp add mod modTransition modAnim">
        <pc:chgData name="Kokchun Giang" userId="67e2125d-ec8c-4323-9653-9824a2ad815f" providerId="ADAL" clId="{B721A68C-0113-3C40-B8DB-B9349F7A6DAE}" dt="2024-11-17T17:25:55.245" v="2297"/>
        <pc:sldMkLst>
          <pc:docMk/>
          <pc:sldMk cId="597664908" sldId="338"/>
        </pc:sldMkLst>
        <pc:spChg chg="mod">
          <ac:chgData name="Kokchun Giang" userId="67e2125d-ec8c-4323-9653-9824a2ad815f" providerId="ADAL" clId="{B721A68C-0113-3C40-B8DB-B9349F7A6DAE}" dt="2024-11-17T17:15:12.960" v="2041" actId="20577"/>
          <ac:spMkLst>
            <pc:docMk/>
            <pc:sldMk cId="597664908" sldId="338"/>
            <ac:spMk id="6" creationId="{8EA285E1-8A72-5BF5-19C3-0CD948CDE659}"/>
          </ac:spMkLst>
        </pc:spChg>
        <pc:spChg chg="del mod">
          <ac:chgData name="Kokchun Giang" userId="67e2125d-ec8c-4323-9653-9824a2ad815f" providerId="ADAL" clId="{B721A68C-0113-3C40-B8DB-B9349F7A6DAE}" dt="2024-11-17T17:15:54.783" v="2046" actId="478"/>
          <ac:spMkLst>
            <pc:docMk/>
            <pc:sldMk cId="597664908" sldId="338"/>
            <ac:spMk id="16" creationId="{316722B1-B4E4-874F-A7E6-212C00D60090}"/>
          </ac:spMkLst>
        </pc:spChg>
        <pc:spChg chg="mod">
          <ac:chgData name="Kokchun Giang" userId="67e2125d-ec8c-4323-9653-9824a2ad815f" providerId="ADAL" clId="{B721A68C-0113-3C40-B8DB-B9349F7A6DAE}" dt="2024-11-17T17:17:53.556" v="2241" actId="1076"/>
          <ac:spMkLst>
            <pc:docMk/>
            <pc:sldMk cId="597664908" sldId="338"/>
            <ac:spMk id="17" creationId="{DAAA7C8D-E4F8-5182-CA2E-11DA9C749858}"/>
          </ac:spMkLst>
        </pc:spChg>
        <pc:spChg chg="del">
          <ac:chgData name="Kokchun Giang" userId="67e2125d-ec8c-4323-9653-9824a2ad815f" providerId="ADAL" clId="{B721A68C-0113-3C40-B8DB-B9349F7A6DAE}" dt="2024-11-17T17:15:24.688" v="2044" actId="478"/>
          <ac:spMkLst>
            <pc:docMk/>
            <pc:sldMk cId="597664908" sldId="338"/>
            <ac:spMk id="19" creationId="{D2AF57BD-44AF-098E-A5CF-ACDBE1D5D06B}"/>
          </ac:spMkLst>
        </pc:spChg>
        <pc:spChg chg="del">
          <ac:chgData name="Kokchun Giang" userId="67e2125d-ec8c-4323-9653-9824a2ad815f" providerId="ADAL" clId="{B721A68C-0113-3C40-B8DB-B9349F7A6DAE}" dt="2024-11-17T17:17:34.786" v="2236" actId="478"/>
          <ac:spMkLst>
            <pc:docMk/>
            <pc:sldMk cId="597664908" sldId="338"/>
            <ac:spMk id="20" creationId="{D3B46F82-6DF5-319D-2C1D-F69F11B1C888}"/>
          </ac:spMkLst>
        </pc:spChg>
        <pc:spChg chg="del">
          <ac:chgData name="Kokchun Giang" userId="67e2125d-ec8c-4323-9653-9824a2ad815f" providerId="ADAL" clId="{B721A68C-0113-3C40-B8DB-B9349F7A6DAE}" dt="2024-11-17T17:15:23.648" v="2043" actId="478"/>
          <ac:spMkLst>
            <pc:docMk/>
            <pc:sldMk cId="597664908" sldId="338"/>
            <ac:spMk id="22" creationId="{8DD9BA9F-7CC1-C2FD-8919-E4FE4D523305}"/>
          </ac:spMkLst>
        </pc:spChg>
        <pc:spChg chg="mod">
          <ac:chgData name="Kokchun Giang" userId="67e2125d-ec8c-4323-9653-9824a2ad815f" providerId="ADAL" clId="{B721A68C-0113-3C40-B8DB-B9349F7A6DAE}" dt="2024-11-17T17:17:56.098" v="2242" actId="1076"/>
          <ac:spMkLst>
            <pc:docMk/>
            <pc:sldMk cId="597664908" sldId="338"/>
            <ac:spMk id="23" creationId="{16DE625F-6B96-7055-56CD-9A7D80EA2DFB}"/>
          </ac:spMkLst>
        </pc:spChg>
        <pc:picChg chg="del">
          <ac:chgData name="Kokchun Giang" userId="67e2125d-ec8c-4323-9653-9824a2ad815f" providerId="ADAL" clId="{B721A68C-0113-3C40-B8DB-B9349F7A6DAE}" dt="2024-11-17T17:14:10.981" v="1976" actId="478"/>
          <ac:picMkLst>
            <pc:docMk/>
            <pc:sldMk cId="597664908" sldId="338"/>
            <ac:picMk id="2" creationId="{AF83C56B-0442-AB67-D60F-A601C30FDAAF}"/>
          </ac:picMkLst>
        </pc:picChg>
        <pc:picChg chg="add mod">
          <ac:chgData name="Kokchun Giang" userId="67e2125d-ec8c-4323-9653-9824a2ad815f" providerId="ADAL" clId="{B721A68C-0113-3C40-B8DB-B9349F7A6DAE}" dt="2024-11-17T17:17:53.556" v="2241" actId="1076"/>
          <ac:picMkLst>
            <pc:docMk/>
            <pc:sldMk cId="597664908" sldId="338"/>
            <ac:picMk id="3" creationId="{E1A9B97A-42BF-EC8C-762D-31D56BC790A0}"/>
          </ac:picMkLst>
        </pc:picChg>
        <pc:picChg chg="del">
          <ac:chgData name="Kokchun Giang" userId="67e2125d-ec8c-4323-9653-9824a2ad815f" providerId="ADAL" clId="{B721A68C-0113-3C40-B8DB-B9349F7A6DAE}" dt="2024-11-17T17:14:09.091" v="1975" actId="478"/>
          <ac:picMkLst>
            <pc:docMk/>
            <pc:sldMk cId="597664908" sldId="338"/>
            <ac:picMk id="7" creationId="{BF84ACFC-AEAF-7554-30CC-4198166DD799}"/>
          </ac:picMkLst>
        </pc:picChg>
        <pc:cxnChg chg="del">
          <ac:chgData name="Kokchun Giang" userId="67e2125d-ec8c-4323-9653-9824a2ad815f" providerId="ADAL" clId="{B721A68C-0113-3C40-B8DB-B9349F7A6DAE}" dt="2024-11-17T17:17:32.219" v="2234" actId="478"/>
          <ac:cxnSpMkLst>
            <pc:docMk/>
            <pc:sldMk cId="597664908" sldId="338"/>
            <ac:cxnSpMk id="9" creationId="{527B2EF3-3DA5-A6B6-9EB0-A24C8A421A9B}"/>
          </ac:cxnSpMkLst>
        </pc:cxnChg>
        <pc:cxnChg chg="del">
          <ac:chgData name="Kokchun Giang" userId="67e2125d-ec8c-4323-9653-9824a2ad815f" providerId="ADAL" clId="{B721A68C-0113-3C40-B8DB-B9349F7A6DAE}" dt="2024-11-17T17:17:33.608" v="2235" actId="478"/>
          <ac:cxnSpMkLst>
            <pc:docMk/>
            <pc:sldMk cId="597664908" sldId="338"/>
            <ac:cxnSpMk id="18" creationId="{D976DB3A-7021-B40C-0A19-E4CEF8DBC0FB}"/>
          </ac:cxnSpMkLst>
        </pc:cxnChg>
        <pc:cxnChg chg="del">
          <ac:chgData name="Kokchun Giang" userId="67e2125d-ec8c-4323-9653-9824a2ad815f" providerId="ADAL" clId="{B721A68C-0113-3C40-B8DB-B9349F7A6DAE}" dt="2024-11-17T17:17:31.406" v="2233" actId="478"/>
          <ac:cxnSpMkLst>
            <pc:docMk/>
            <pc:sldMk cId="597664908" sldId="338"/>
            <ac:cxnSpMk id="24" creationId="{2D924E16-0056-D42A-AC37-B065835F9467}"/>
          </ac:cxnSpMkLst>
        </pc:cxnChg>
      </pc:sldChg>
    </pc:docChg>
  </pc:docChgLst>
  <pc:docChgLst>
    <pc:chgData name="Kokchun Giang" userId="67e2125d-ec8c-4323-9653-9824a2ad815f" providerId="ADAL" clId="{E4504ADE-DA12-574C-8167-4AFE7AF081D8}"/>
    <pc:docChg chg="undo custSel addSld delSld modSld sldOrd modMainMaster">
      <pc:chgData name="Kokchun Giang" userId="67e2125d-ec8c-4323-9653-9824a2ad815f" providerId="ADAL" clId="{E4504ADE-DA12-574C-8167-4AFE7AF081D8}" dt="2024-09-09T12:51:54.501" v="3678"/>
      <pc:docMkLst>
        <pc:docMk/>
      </pc:docMkLst>
      <pc:sldChg chg="del">
        <pc:chgData name="Kokchun Giang" userId="67e2125d-ec8c-4323-9653-9824a2ad815f" providerId="ADAL" clId="{E4504ADE-DA12-574C-8167-4AFE7AF081D8}" dt="2024-09-08T17:23:49.096" v="2666" actId="2696"/>
        <pc:sldMkLst>
          <pc:docMk/>
          <pc:sldMk cId="3291941557" sldId="258"/>
        </pc:sldMkLst>
      </pc:sldChg>
      <pc:sldChg chg="del">
        <pc:chgData name="Kokchun Giang" userId="67e2125d-ec8c-4323-9653-9824a2ad815f" providerId="ADAL" clId="{E4504ADE-DA12-574C-8167-4AFE7AF081D8}" dt="2024-09-08T17:57:57.100" v="3570" actId="2696"/>
        <pc:sldMkLst>
          <pc:docMk/>
          <pc:sldMk cId="2605043791" sldId="261"/>
        </pc:sldMkLst>
      </pc:sldChg>
      <pc:sldChg chg="del">
        <pc:chgData name="Kokchun Giang" userId="67e2125d-ec8c-4323-9653-9824a2ad815f" providerId="ADAL" clId="{E4504ADE-DA12-574C-8167-4AFE7AF081D8}" dt="2024-09-08T17:23:51.859" v="2668" actId="2696"/>
        <pc:sldMkLst>
          <pc:docMk/>
          <pc:sldMk cId="3609302636" sldId="262"/>
        </pc:sldMkLst>
      </pc:sldChg>
      <pc:sldChg chg="modSp del mod">
        <pc:chgData name="Kokchun Giang" userId="67e2125d-ec8c-4323-9653-9824a2ad815f" providerId="ADAL" clId="{E4504ADE-DA12-574C-8167-4AFE7AF081D8}" dt="2024-09-08T17:38:33.526" v="2832" actId="2696"/>
        <pc:sldMkLst>
          <pc:docMk/>
          <pc:sldMk cId="1538140814" sldId="263"/>
        </pc:sldMkLst>
      </pc:sldChg>
      <pc:sldChg chg="del">
        <pc:chgData name="Kokchun Giang" userId="67e2125d-ec8c-4323-9653-9824a2ad815f" providerId="ADAL" clId="{E4504ADE-DA12-574C-8167-4AFE7AF081D8}" dt="2024-09-08T17:38:34.859" v="2833" actId="2696"/>
        <pc:sldMkLst>
          <pc:docMk/>
          <pc:sldMk cId="856806077" sldId="267"/>
        </pc:sldMkLst>
      </pc:sldChg>
      <pc:sldChg chg="addSp delSp modSp mod modNotesTx">
        <pc:chgData name="Kokchun Giang" userId="67e2125d-ec8c-4323-9653-9824a2ad815f" providerId="ADAL" clId="{E4504ADE-DA12-574C-8167-4AFE7AF081D8}" dt="2024-09-08T17:55:18.285" v="3416" actId="20577"/>
        <pc:sldMkLst>
          <pc:docMk/>
          <pc:sldMk cId="981424552" sldId="269"/>
        </pc:sldMkLst>
      </pc:sldChg>
      <pc:sldChg chg="addSp delSp modSp mod setBg modNotesTx">
        <pc:chgData name="Kokchun Giang" userId="67e2125d-ec8c-4323-9653-9824a2ad815f" providerId="ADAL" clId="{E4504ADE-DA12-574C-8167-4AFE7AF081D8}" dt="2024-09-08T17:55:06.237" v="3404" actId="20577"/>
        <pc:sldMkLst>
          <pc:docMk/>
          <pc:sldMk cId="1688977043" sldId="271"/>
        </pc:sldMkLst>
        <pc:spChg chg="add mod">
          <ac:chgData name="Kokchun Giang" userId="67e2125d-ec8c-4323-9653-9824a2ad815f" providerId="ADAL" clId="{E4504ADE-DA12-574C-8167-4AFE7AF081D8}" dt="2024-09-08T17:42:22.440" v="2936" actId="1076"/>
          <ac:spMkLst>
            <pc:docMk/>
            <pc:sldMk cId="1688977043" sldId="271"/>
            <ac:spMk id="5" creationId="{E6B31970-5765-1753-80EB-E932DF069989}"/>
          </ac:spMkLst>
        </pc:spChg>
        <pc:spChg chg="mod">
          <ac:chgData name="Kokchun Giang" userId="67e2125d-ec8c-4323-9653-9824a2ad815f" providerId="ADAL" clId="{E4504ADE-DA12-574C-8167-4AFE7AF081D8}" dt="2024-09-08T17:55:06.237" v="3404" actId="20577"/>
          <ac:spMkLst>
            <pc:docMk/>
            <pc:sldMk cId="1688977043" sldId="271"/>
            <ac:spMk id="120" creationId="{00000000-0000-0000-0000-000000000000}"/>
          </ac:spMkLst>
        </pc:spChg>
        <pc:picChg chg="add mod">
          <ac:chgData name="Kokchun Giang" userId="67e2125d-ec8c-4323-9653-9824a2ad815f" providerId="ADAL" clId="{E4504ADE-DA12-574C-8167-4AFE7AF081D8}" dt="2024-09-08T13:45:25.116" v="663" actId="1076"/>
          <ac:picMkLst>
            <pc:docMk/>
            <pc:sldMk cId="1688977043" sldId="271"/>
            <ac:picMk id="2" creationId="{DB6B27A1-4B0F-B2A4-776A-9E24976B2E29}"/>
          </ac:picMkLst>
        </pc:picChg>
      </pc:sldChg>
      <pc:sldChg chg="del">
        <pc:chgData name="Kokchun Giang" userId="67e2125d-ec8c-4323-9653-9824a2ad815f" providerId="ADAL" clId="{E4504ADE-DA12-574C-8167-4AFE7AF081D8}" dt="2024-09-08T17:41:24.638" v="2904" actId="2696"/>
        <pc:sldMkLst>
          <pc:docMk/>
          <pc:sldMk cId="439438696" sldId="272"/>
        </pc:sldMkLst>
      </pc:sldChg>
      <pc:sldChg chg="del">
        <pc:chgData name="Kokchun Giang" userId="67e2125d-ec8c-4323-9653-9824a2ad815f" providerId="ADAL" clId="{E4504ADE-DA12-574C-8167-4AFE7AF081D8}" dt="2024-09-08T17:58:20.218" v="3573" actId="2696"/>
        <pc:sldMkLst>
          <pc:docMk/>
          <pc:sldMk cId="2869116649" sldId="273"/>
        </pc:sldMkLst>
      </pc:sldChg>
      <pc:sldChg chg="del">
        <pc:chgData name="Kokchun Giang" userId="67e2125d-ec8c-4323-9653-9824a2ad815f" providerId="ADAL" clId="{E4504ADE-DA12-574C-8167-4AFE7AF081D8}" dt="2024-09-08T17:47:55.347" v="3207" actId="2696"/>
        <pc:sldMkLst>
          <pc:docMk/>
          <pc:sldMk cId="1213303401" sldId="275"/>
        </pc:sldMkLst>
      </pc:sldChg>
      <pc:sldChg chg="del ord">
        <pc:chgData name="Kokchun Giang" userId="67e2125d-ec8c-4323-9653-9824a2ad815f" providerId="ADAL" clId="{E4504ADE-DA12-574C-8167-4AFE7AF081D8}" dt="2024-09-08T17:06:11.692" v="1733" actId="2696"/>
        <pc:sldMkLst>
          <pc:docMk/>
          <pc:sldMk cId="1862330669" sldId="277"/>
        </pc:sldMkLst>
      </pc:sldChg>
      <pc:sldChg chg="add del ord">
        <pc:chgData name="Kokchun Giang" userId="67e2125d-ec8c-4323-9653-9824a2ad815f" providerId="ADAL" clId="{E4504ADE-DA12-574C-8167-4AFE7AF081D8}" dt="2024-09-08T17:06:55.920" v="1739" actId="2696"/>
        <pc:sldMkLst>
          <pc:docMk/>
          <pc:sldMk cId="3550684180" sldId="277"/>
        </pc:sldMkLst>
      </pc:sldChg>
      <pc:sldChg chg="del">
        <pc:chgData name="Kokchun Giang" userId="67e2125d-ec8c-4323-9653-9824a2ad815f" providerId="ADAL" clId="{E4504ADE-DA12-574C-8167-4AFE7AF081D8}" dt="2024-09-08T17:47:36.071" v="3206" actId="2696"/>
        <pc:sldMkLst>
          <pc:docMk/>
          <pc:sldMk cId="4248500437" sldId="278"/>
        </pc:sldMkLst>
      </pc:sldChg>
      <pc:sldChg chg="del">
        <pc:chgData name="Kokchun Giang" userId="67e2125d-ec8c-4323-9653-9824a2ad815f" providerId="ADAL" clId="{E4504ADE-DA12-574C-8167-4AFE7AF081D8}" dt="2024-09-08T17:23:51.265" v="2667" actId="2696"/>
        <pc:sldMkLst>
          <pc:docMk/>
          <pc:sldMk cId="2101830486" sldId="279"/>
        </pc:sldMkLst>
      </pc:sldChg>
      <pc:sldChg chg="del">
        <pc:chgData name="Kokchun Giang" userId="67e2125d-ec8c-4323-9653-9824a2ad815f" providerId="ADAL" clId="{E4504ADE-DA12-574C-8167-4AFE7AF081D8}" dt="2024-09-08T17:58:03.813" v="3571" actId="2696"/>
        <pc:sldMkLst>
          <pc:docMk/>
          <pc:sldMk cId="2690516555" sldId="284"/>
        </pc:sldMkLst>
      </pc:sldChg>
      <pc:sldChg chg="del">
        <pc:chgData name="Kokchun Giang" userId="67e2125d-ec8c-4323-9653-9824a2ad815f" providerId="ADAL" clId="{E4504ADE-DA12-574C-8167-4AFE7AF081D8}" dt="2024-09-08T17:58:19.762" v="3572" actId="2696"/>
        <pc:sldMkLst>
          <pc:docMk/>
          <pc:sldMk cId="151292181" sldId="285"/>
        </pc:sldMkLst>
      </pc:sldChg>
      <pc:sldChg chg="delSp del mod">
        <pc:chgData name="Kokchun Giang" userId="67e2125d-ec8c-4323-9653-9824a2ad815f" providerId="ADAL" clId="{E4504ADE-DA12-574C-8167-4AFE7AF081D8}" dt="2024-09-08T17:48:09.383" v="3219" actId="2696"/>
        <pc:sldMkLst>
          <pc:docMk/>
          <pc:sldMk cId="2578380622" sldId="300"/>
        </pc:sldMkLst>
      </pc:sldChg>
      <pc:sldChg chg="del">
        <pc:chgData name="Kokchun Giang" userId="67e2125d-ec8c-4323-9653-9824a2ad815f" providerId="ADAL" clId="{E4504ADE-DA12-574C-8167-4AFE7AF081D8}" dt="2024-09-08T13:47:39.970" v="684" actId="2696"/>
        <pc:sldMkLst>
          <pc:docMk/>
          <pc:sldMk cId="3781570448" sldId="308"/>
        </pc:sldMkLst>
      </pc:sldChg>
      <pc:sldChg chg="del">
        <pc:chgData name="Kokchun Giang" userId="67e2125d-ec8c-4323-9653-9824a2ad815f" providerId="ADAL" clId="{E4504ADE-DA12-574C-8167-4AFE7AF081D8}" dt="2024-09-08T13:51:10.109" v="726" actId="2696"/>
        <pc:sldMkLst>
          <pc:docMk/>
          <pc:sldMk cId="1535798409" sldId="316"/>
        </pc:sldMkLst>
      </pc:sldChg>
      <pc:sldChg chg="del">
        <pc:chgData name="Kokchun Giang" userId="67e2125d-ec8c-4323-9653-9824a2ad815f" providerId="ADAL" clId="{E4504ADE-DA12-574C-8167-4AFE7AF081D8}" dt="2024-09-08T17:27:48.393" v="2729" actId="2696"/>
        <pc:sldMkLst>
          <pc:docMk/>
          <pc:sldMk cId="786433132" sldId="317"/>
        </pc:sldMkLst>
      </pc:sldChg>
      <pc:sldChg chg="modSp del">
        <pc:chgData name="Kokchun Giang" userId="67e2125d-ec8c-4323-9653-9824a2ad815f" providerId="ADAL" clId="{E4504ADE-DA12-574C-8167-4AFE7AF081D8}" dt="2024-09-08T17:35:20.123" v="2801" actId="2696"/>
        <pc:sldMkLst>
          <pc:docMk/>
          <pc:sldMk cId="3126277653" sldId="318"/>
        </pc:sldMkLst>
      </pc:sldChg>
      <pc:sldChg chg="del">
        <pc:chgData name="Kokchun Giang" userId="67e2125d-ec8c-4323-9653-9824a2ad815f" providerId="ADAL" clId="{E4504ADE-DA12-574C-8167-4AFE7AF081D8}" dt="2024-09-08T17:31:49.855" v="2759" actId="2696"/>
        <pc:sldMkLst>
          <pc:docMk/>
          <pc:sldMk cId="2208640268" sldId="319"/>
        </pc:sldMkLst>
      </pc:sldChg>
      <pc:sldChg chg="addSp delSp modSp add mod modNotesTx">
        <pc:chgData name="Kokchun Giang" userId="67e2125d-ec8c-4323-9653-9824a2ad815f" providerId="ADAL" clId="{E4504ADE-DA12-574C-8167-4AFE7AF081D8}" dt="2024-09-08T17:43:41.052" v="2961" actId="20577"/>
        <pc:sldMkLst>
          <pc:docMk/>
          <pc:sldMk cId="953408575" sldId="320"/>
        </pc:sldMkLst>
      </pc:sldChg>
      <pc:sldChg chg="modSp add del mod">
        <pc:chgData name="Kokchun Giang" userId="67e2125d-ec8c-4323-9653-9824a2ad815f" providerId="ADAL" clId="{E4504ADE-DA12-574C-8167-4AFE7AF081D8}" dt="2024-09-08T13:51:08.988" v="725" actId="2696"/>
        <pc:sldMkLst>
          <pc:docMk/>
          <pc:sldMk cId="123613034" sldId="321"/>
        </pc:sldMkLst>
      </pc:sldChg>
      <pc:sldChg chg="modSp add mod modNotesTx">
        <pc:chgData name="Kokchun Giang" userId="67e2125d-ec8c-4323-9653-9824a2ad815f" providerId="ADAL" clId="{E4504ADE-DA12-574C-8167-4AFE7AF081D8}" dt="2024-09-08T17:43:38.615" v="2960" actId="20577"/>
        <pc:sldMkLst>
          <pc:docMk/>
          <pc:sldMk cId="4039272272" sldId="322"/>
        </pc:sldMkLst>
        <pc:spChg chg="mod">
          <ac:chgData name="Kokchun Giang" userId="67e2125d-ec8c-4323-9653-9824a2ad815f" providerId="ADAL" clId="{E4504ADE-DA12-574C-8167-4AFE7AF081D8}" dt="2024-09-08T14:10:47.588" v="893" actId="1076"/>
          <ac:spMkLst>
            <pc:docMk/>
            <pc:sldMk cId="4039272272" sldId="322"/>
            <ac:spMk id="3" creationId="{CDA38ECF-B457-0385-2974-C17DD916EE8B}"/>
          </ac:spMkLst>
        </pc:spChg>
      </pc:sldChg>
      <pc:sldChg chg="addSp delSp modSp add mod modAnim modNotesTx">
        <pc:chgData name="Kokchun Giang" userId="67e2125d-ec8c-4323-9653-9824a2ad815f" providerId="ADAL" clId="{E4504ADE-DA12-574C-8167-4AFE7AF081D8}" dt="2024-09-09T12:48:21.081" v="3662" actId="208"/>
        <pc:sldMkLst>
          <pc:docMk/>
          <pc:sldMk cId="2903880170" sldId="323"/>
        </pc:sldMkLst>
      </pc:sldChg>
      <pc:sldChg chg="delSp modSp add del mod modAnim modNotesTx">
        <pc:chgData name="Kokchun Giang" userId="67e2125d-ec8c-4323-9653-9824a2ad815f" providerId="ADAL" clId="{E4504ADE-DA12-574C-8167-4AFE7AF081D8}" dt="2024-09-09T12:51:54.501" v="3678"/>
        <pc:sldMkLst>
          <pc:docMk/>
          <pc:sldMk cId="263268732" sldId="324"/>
        </pc:sldMkLst>
        <pc:spChg chg="mod">
          <ac:chgData name="Kokchun Giang" userId="67e2125d-ec8c-4323-9653-9824a2ad815f" providerId="ADAL" clId="{E4504ADE-DA12-574C-8167-4AFE7AF081D8}" dt="2024-09-08T17:09:06.528" v="1941" actId="14100"/>
          <ac:spMkLst>
            <pc:docMk/>
            <pc:sldMk cId="263268732" sldId="324"/>
            <ac:spMk id="6" creationId="{03CF91A5-FA54-1DCC-D6A2-70ED77E9DD75}"/>
          </ac:spMkLst>
        </pc:spChg>
      </pc:sldChg>
      <pc:sldChg chg="addSp delSp modSp add mod modAnim">
        <pc:chgData name="Kokchun Giang" userId="67e2125d-ec8c-4323-9653-9824a2ad815f" providerId="ADAL" clId="{E4504ADE-DA12-574C-8167-4AFE7AF081D8}" dt="2024-09-09T12:50:22.185" v="3671"/>
        <pc:sldMkLst>
          <pc:docMk/>
          <pc:sldMk cId="2138564248" sldId="325"/>
        </pc:sldMkLst>
      </pc:sldChg>
      <pc:sldChg chg="addSp modSp add mod modNotesTx">
        <pc:chgData name="Kokchun Giang" userId="67e2125d-ec8c-4323-9653-9824a2ad815f" providerId="ADAL" clId="{E4504ADE-DA12-574C-8167-4AFE7AF081D8}" dt="2024-09-08T17:43:06.672" v="2942" actId="20577"/>
        <pc:sldMkLst>
          <pc:docMk/>
          <pc:sldMk cId="2148078366" sldId="326"/>
        </pc:sldMkLst>
      </pc:sldChg>
      <pc:sldChg chg="addSp delSp modSp add mod modNotesTx">
        <pc:chgData name="Kokchun Giang" userId="67e2125d-ec8c-4323-9653-9824a2ad815f" providerId="ADAL" clId="{E4504ADE-DA12-574C-8167-4AFE7AF081D8}" dt="2024-09-08T17:43:09.019" v="2943" actId="20577"/>
        <pc:sldMkLst>
          <pc:docMk/>
          <pc:sldMk cId="3094050629" sldId="327"/>
        </pc:sldMkLst>
      </pc:sldChg>
      <pc:sldChg chg="addSp delSp modSp add mod modNotesTx">
        <pc:chgData name="Kokchun Giang" userId="67e2125d-ec8c-4323-9653-9824a2ad815f" providerId="ADAL" clId="{E4504ADE-DA12-574C-8167-4AFE7AF081D8}" dt="2024-09-08T17:43:11.303" v="2944" actId="20577"/>
        <pc:sldMkLst>
          <pc:docMk/>
          <pc:sldMk cId="1829598011" sldId="328"/>
        </pc:sldMkLst>
      </pc:sldChg>
      <pc:sldChg chg="delSp modSp add mod modNotesTx">
        <pc:chgData name="Kokchun Giang" userId="67e2125d-ec8c-4323-9653-9824a2ad815f" providerId="ADAL" clId="{E4504ADE-DA12-574C-8167-4AFE7AF081D8}" dt="2024-09-08T17:43:14.010" v="2945" actId="20577"/>
        <pc:sldMkLst>
          <pc:docMk/>
          <pc:sldMk cId="2797429062" sldId="329"/>
        </pc:sldMkLst>
      </pc:sldChg>
      <pc:sldChg chg="modSp add mod modNotesTx">
        <pc:chgData name="Kokchun Giang" userId="67e2125d-ec8c-4323-9653-9824a2ad815f" providerId="ADAL" clId="{E4504ADE-DA12-574C-8167-4AFE7AF081D8}" dt="2024-09-08T17:43:18.443" v="2946" actId="20577"/>
        <pc:sldMkLst>
          <pc:docMk/>
          <pc:sldMk cId="1266401516" sldId="330"/>
        </pc:sldMkLst>
      </pc:sldChg>
      <pc:sldChg chg="modSp add mod modAnim">
        <pc:chgData name="Kokchun Giang" userId="67e2125d-ec8c-4323-9653-9824a2ad815f" providerId="ADAL" clId="{E4504ADE-DA12-574C-8167-4AFE7AF081D8}" dt="2024-09-09T12:51:02.055" v="3674"/>
        <pc:sldMkLst>
          <pc:docMk/>
          <pc:sldMk cId="3518662108" sldId="331"/>
        </pc:sldMkLst>
      </pc:sldChg>
      <pc:sldChg chg="addSp delSp modSp add mod modAnim">
        <pc:chgData name="Kokchun Giang" userId="67e2125d-ec8c-4323-9653-9824a2ad815f" providerId="ADAL" clId="{E4504ADE-DA12-574C-8167-4AFE7AF081D8}" dt="2024-09-09T12:51:14.506" v="3676"/>
        <pc:sldMkLst>
          <pc:docMk/>
          <pc:sldMk cId="1033587457" sldId="332"/>
        </pc:sldMkLst>
      </pc:sldChg>
      <pc:sldChg chg="add del">
        <pc:chgData name="Kokchun Giang" userId="67e2125d-ec8c-4323-9653-9824a2ad815f" providerId="ADAL" clId="{E4504ADE-DA12-574C-8167-4AFE7AF081D8}" dt="2024-09-08T17:48:40.718" v="3221"/>
        <pc:sldMkLst>
          <pc:docMk/>
          <pc:sldMk cId="1295024090" sldId="333"/>
        </pc:sldMkLst>
      </pc:sldChg>
      <pc:sldChg chg="addSp modSp add mod">
        <pc:chgData name="Kokchun Giang" userId="67e2125d-ec8c-4323-9653-9824a2ad815f" providerId="ADAL" clId="{E4504ADE-DA12-574C-8167-4AFE7AF081D8}" dt="2024-09-08T17:58:25.717" v="3574" actId="20577"/>
        <pc:sldMkLst>
          <pc:docMk/>
          <pc:sldMk cId="3245942359" sldId="333"/>
        </pc:sldMkLst>
      </pc:sldChg>
      <pc:sldMasterChg chg="setBg modSldLayout">
        <pc:chgData name="Kokchun Giang" userId="67e2125d-ec8c-4323-9653-9824a2ad815f" providerId="ADAL" clId="{E4504ADE-DA12-574C-8167-4AFE7AF081D8}" dt="2024-09-08T13:38:31.611" v="517"/>
        <pc:sldMasterMkLst>
          <pc:docMk/>
          <pc:sldMasterMk cId="2830043774" sldId="2147483648"/>
        </pc:sldMasterMkLst>
        <pc:sldLayoutChg chg="setBg">
          <pc:chgData name="Kokchun Giang" userId="67e2125d-ec8c-4323-9653-9824a2ad815f" providerId="ADAL" clId="{E4504ADE-DA12-574C-8167-4AFE7AF081D8}" dt="2024-09-08T13:38:31.611" v="517"/>
          <pc:sldLayoutMkLst>
            <pc:docMk/>
            <pc:sldMasterMk cId="2830043774" sldId="2147483648"/>
            <pc:sldLayoutMk cId="1125304002" sldId="2147483649"/>
          </pc:sldLayoutMkLst>
        </pc:sldLayoutChg>
        <pc:sldLayoutChg chg="setBg">
          <pc:chgData name="Kokchun Giang" userId="67e2125d-ec8c-4323-9653-9824a2ad815f" providerId="ADAL" clId="{E4504ADE-DA12-574C-8167-4AFE7AF081D8}" dt="2024-09-08T13:38:31.611" v="517"/>
          <pc:sldLayoutMkLst>
            <pc:docMk/>
            <pc:sldMasterMk cId="2830043774" sldId="2147483648"/>
            <pc:sldLayoutMk cId="1460151335" sldId="2147483650"/>
          </pc:sldLayoutMkLst>
        </pc:sldLayoutChg>
        <pc:sldLayoutChg chg="setBg">
          <pc:chgData name="Kokchun Giang" userId="67e2125d-ec8c-4323-9653-9824a2ad815f" providerId="ADAL" clId="{E4504ADE-DA12-574C-8167-4AFE7AF081D8}" dt="2024-09-08T13:38:31.611" v="517"/>
          <pc:sldLayoutMkLst>
            <pc:docMk/>
            <pc:sldMasterMk cId="2830043774" sldId="2147483648"/>
            <pc:sldLayoutMk cId="11727639" sldId="2147483651"/>
          </pc:sldLayoutMkLst>
        </pc:sldLayoutChg>
        <pc:sldLayoutChg chg="setBg">
          <pc:chgData name="Kokchun Giang" userId="67e2125d-ec8c-4323-9653-9824a2ad815f" providerId="ADAL" clId="{E4504ADE-DA12-574C-8167-4AFE7AF081D8}" dt="2024-09-08T13:38:31.611" v="517"/>
          <pc:sldLayoutMkLst>
            <pc:docMk/>
            <pc:sldMasterMk cId="2830043774" sldId="2147483648"/>
            <pc:sldLayoutMk cId="2249338198" sldId="2147483652"/>
          </pc:sldLayoutMkLst>
        </pc:sldLayoutChg>
        <pc:sldLayoutChg chg="setBg">
          <pc:chgData name="Kokchun Giang" userId="67e2125d-ec8c-4323-9653-9824a2ad815f" providerId="ADAL" clId="{E4504ADE-DA12-574C-8167-4AFE7AF081D8}" dt="2024-09-08T13:38:31.611" v="517"/>
          <pc:sldLayoutMkLst>
            <pc:docMk/>
            <pc:sldMasterMk cId="2830043774" sldId="2147483648"/>
            <pc:sldLayoutMk cId="2749384549" sldId="2147483653"/>
          </pc:sldLayoutMkLst>
        </pc:sldLayoutChg>
        <pc:sldLayoutChg chg="setBg">
          <pc:chgData name="Kokchun Giang" userId="67e2125d-ec8c-4323-9653-9824a2ad815f" providerId="ADAL" clId="{E4504ADE-DA12-574C-8167-4AFE7AF081D8}" dt="2024-09-08T13:38:31.611" v="517"/>
          <pc:sldLayoutMkLst>
            <pc:docMk/>
            <pc:sldMasterMk cId="2830043774" sldId="2147483648"/>
            <pc:sldLayoutMk cId="732949428" sldId="2147483654"/>
          </pc:sldLayoutMkLst>
        </pc:sldLayoutChg>
        <pc:sldLayoutChg chg="setBg">
          <pc:chgData name="Kokchun Giang" userId="67e2125d-ec8c-4323-9653-9824a2ad815f" providerId="ADAL" clId="{E4504ADE-DA12-574C-8167-4AFE7AF081D8}" dt="2024-09-08T13:38:31.611" v="517"/>
          <pc:sldLayoutMkLst>
            <pc:docMk/>
            <pc:sldMasterMk cId="2830043774" sldId="2147483648"/>
            <pc:sldLayoutMk cId="3479087996" sldId="2147483655"/>
          </pc:sldLayoutMkLst>
        </pc:sldLayoutChg>
        <pc:sldLayoutChg chg="setBg">
          <pc:chgData name="Kokchun Giang" userId="67e2125d-ec8c-4323-9653-9824a2ad815f" providerId="ADAL" clId="{E4504ADE-DA12-574C-8167-4AFE7AF081D8}" dt="2024-09-08T13:38:31.611" v="517"/>
          <pc:sldLayoutMkLst>
            <pc:docMk/>
            <pc:sldMasterMk cId="2830043774" sldId="2147483648"/>
            <pc:sldLayoutMk cId="1686929972" sldId="2147483656"/>
          </pc:sldLayoutMkLst>
        </pc:sldLayoutChg>
        <pc:sldLayoutChg chg="setBg">
          <pc:chgData name="Kokchun Giang" userId="67e2125d-ec8c-4323-9653-9824a2ad815f" providerId="ADAL" clId="{E4504ADE-DA12-574C-8167-4AFE7AF081D8}" dt="2024-09-08T13:38:31.611" v="517"/>
          <pc:sldLayoutMkLst>
            <pc:docMk/>
            <pc:sldMasterMk cId="2830043774" sldId="2147483648"/>
            <pc:sldLayoutMk cId="3271583643" sldId="2147483657"/>
          </pc:sldLayoutMkLst>
        </pc:sldLayoutChg>
        <pc:sldLayoutChg chg="setBg">
          <pc:chgData name="Kokchun Giang" userId="67e2125d-ec8c-4323-9653-9824a2ad815f" providerId="ADAL" clId="{E4504ADE-DA12-574C-8167-4AFE7AF081D8}" dt="2024-09-08T13:38:31.611" v="517"/>
          <pc:sldLayoutMkLst>
            <pc:docMk/>
            <pc:sldMasterMk cId="2830043774" sldId="2147483648"/>
            <pc:sldLayoutMk cId="3935041842" sldId="2147483658"/>
          </pc:sldLayoutMkLst>
        </pc:sldLayoutChg>
        <pc:sldLayoutChg chg="setBg">
          <pc:chgData name="Kokchun Giang" userId="67e2125d-ec8c-4323-9653-9824a2ad815f" providerId="ADAL" clId="{E4504ADE-DA12-574C-8167-4AFE7AF081D8}" dt="2024-09-08T13:38:31.611" v="517"/>
          <pc:sldLayoutMkLst>
            <pc:docMk/>
            <pc:sldMasterMk cId="2830043774" sldId="2147483648"/>
            <pc:sldLayoutMk cId="181742688" sldId="2147483659"/>
          </pc:sldLayoutMkLst>
        </pc:sldLayoutChg>
      </pc:sldMasterChg>
    </pc:docChg>
  </pc:docChgLst>
  <pc:docChgLst>
    <pc:chgData name="Kokchun Giang" userId="67e2125d-ec8c-4323-9653-9824a2ad815f" providerId="ADAL" clId="{D1F7CEDD-11DE-2048-9C06-723690A8A12E}"/>
    <pc:docChg chg="undo custSel addSld delSld modSld">
      <pc:chgData name="Kokchun Giang" userId="67e2125d-ec8c-4323-9653-9824a2ad815f" providerId="ADAL" clId="{D1F7CEDD-11DE-2048-9C06-723690A8A12E}" dt="2024-05-21T05:31:19.896" v="515" actId="20577"/>
      <pc:docMkLst>
        <pc:docMk/>
      </pc:docMkLst>
      <pc:sldChg chg="modSp mod modAnim modNotesTx">
        <pc:chgData name="Kokchun Giang" userId="67e2125d-ec8c-4323-9653-9824a2ad815f" providerId="ADAL" clId="{D1F7CEDD-11DE-2048-9C06-723690A8A12E}" dt="2024-05-21T05:22:21.123" v="376"/>
        <pc:sldMkLst>
          <pc:docMk/>
          <pc:sldMk cId="3291941557" sldId="258"/>
        </pc:sldMkLst>
      </pc:sldChg>
      <pc:sldChg chg="modSp mod modNotesTx">
        <pc:chgData name="Kokchun Giang" userId="67e2125d-ec8c-4323-9653-9824a2ad815f" providerId="ADAL" clId="{D1F7CEDD-11DE-2048-9C06-723690A8A12E}" dt="2024-05-21T05:30:41.534" v="502" actId="14100"/>
        <pc:sldMkLst>
          <pc:docMk/>
          <pc:sldMk cId="2605043791" sldId="261"/>
        </pc:sldMkLst>
      </pc:sldChg>
      <pc:sldChg chg="modSp mod modAnim modNotesTx">
        <pc:chgData name="Kokchun Giang" userId="67e2125d-ec8c-4323-9653-9824a2ad815f" providerId="ADAL" clId="{D1F7CEDD-11DE-2048-9C06-723690A8A12E}" dt="2024-05-21T05:22:31.797" v="378"/>
        <pc:sldMkLst>
          <pc:docMk/>
          <pc:sldMk cId="3609302636" sldId="262"/>
        </pc:sldMkLst>
      </pc:sldChg>
      <pc:sldChg chg="delSp modSp mod modNotesTx">
        <pc:chgData name="Kokchun Giang" userId="67e2125d-ec8c-4323-9653-9824a2ad815f" providerId="ADAL" clId="{D1F7CEDD-11DE-2048-9C06-723690A8A12E}" dt="2024-05-21T05:30:34.544" v="500" actId="14100"/>
        <pc:sldMkLst>
          <pc:docMk/>
          <pc:sldMk cId="1538140814" sldId="263"/>
        </pc:sldMkLst>
      </pc:sldChg>
      <pc:sldChg chg="modSp mod modNotesTx">
        <pc:chgData name="Kokchun Giang" userId="67e2125d-ec8c-4323-9653-9824a2ad815f" providerId="ADAL" clId="{D1F7CEDD-11DE-2048-9C06-723690A8A12E}" dt="2024-05-21T05:30:31.782" v="499" actId="14100"/>
        <pc:sldMkLst>
          <pc:docMk/>
          <pc:sldMk cId="856806077" sldId="267"/>
        </pc:sldMkLst>
      </pc:sldChg>
      <pc:sldChg chg="addSp delSp modSp mod modNotesTx">
        <pc:chgData name="Kokchun Giang" userId="67e2125d-ec8c-4323-9653-9824a2ad815f" providerId="ADAL" clId="{D1F7CEDD-11DE-2048-9C06-723690A8A12E}" dt="2024-05-21T05:13:40.106" v="258" actId="20577"/>
        <pc:sldMkLst>
          <pc:docMk/>
          <pc:sldMk cId="981424552" sldId="269"/>
        </pc:sldMkLst>
      </pc:sldChg>
      <pc:sldChg chg="addSp delSp modSp del mod">
        <pc:chgData name="Kokchun Giang" userId="67e2125d-ec8c-4323-9653-9824a2ad815f" providerId="ADAL" clId="{D1F7CEDD-11DE-2048-9C06-723690A8A12E}" dt="2024-05-21T05:06:27.892" v="228" actId="2696"/>
        <pc:sldMkLst>
          <pc:docMk/>
          <pc:sldMk cId="526417029" sldId="270"/>
        </pc:sldMkLst>
      </pc:sldChg>
      <pc:sldChg chg="modSp mod modNotesTx">
        <pc:chgData name="Kokchun Giang" userId="67e2125d-ec8c-4323-9653-9824a2ad815f" providerId="ADAL" clId="{D1F7CEDD-11DE-2048-9C06-723690A8A12E}" dt="2024-05-21T05:31:19.896" v="515" actId="20577"/>
        <pc:sldMkLst>
          <pc:docMk/>
          <pc:sldMk cId="1688977043" sldId="271"/>
        </pc:sldMkLst>
      </pc:sldChg>
      <pc:sldChg chg="modSp mod modNotesTx">
        <pc:chgData name="Kokchun Giang" userId="67e2125d-ec8c-4323-9653-9824a2ad815f" providerId="ADAL" clId="{D1F7CEDD-11DE-2048-9C06-723690A8A12E}" dt="2024-05-21T05:30:27.958" v="498" actId="14100"/>
        <pc:sldMkLst>
          <pc:docMk/>
          <pc:sldMk cId="439438696" sldId="272"/>
        </pc:sldMkLst>
      </pc:sldChg>
      <pc:sldChg chg="modSp mod">
        <pc:chgData name="Kokchun Giang" userId="67e2125d-ec8c-4323-9653-9824a2ad815f" providerId="ADAL" clId="{D1F7CEDD-11DE-2048-9C06-723690A8A12E}" dt="2024-05-21T05:30:52.121" v="505" actId="14100"/>
        <pc:sldMkLst>
          <pc:docMk/>
          <pc:sldMk cId="2869116649" sldId="273"/>
        </pc:sldMkLst>
      </pc:sldChg>
      <pc:sldChg chg="modSp mod">
        <pc:chgData name="Kokchun Giang" userId="67e2125d-ec8c-4323-9653-9824a2ad815f" providerId="ADAL" clId="{D1F7CEDD-11DE-2048-9C06-723690A8A12E}" dt="2024-05-21T05:30:56.516" v="506" actId="14100"/>
        <pc:sldMkLst>
          <pc:docMk/>
          <pc:sldMk cId="1213303401" sldId="275"/>
        </pc:sldMkLst>
      </pc:sldChg>
      <pc:sldChg chg="del">
        <pc:chgData name="Kokchun Giang" userId="67e2125d-ec8c-4323-9653-9824a2ad815f" providerId="ADAL" clId="{D1F7CEDD-11DE-2048-9C06-723690A8A12E}" dt="2024-05-21T04:45:55.103" v="44" actId="2696"/>
        <pc:sldMkLst>
          <pc:docMk/>
          <pc:sldMk cId="1172531461" sldId="276"/>
        </pc:sldMkLst>
      </pc:sldChg>
      <pc:sldChg chg="modSp mod">
        <pc:chgData name="Kokchun Giang" userId="67e2125d-ec8c-4323-9653-9824a2ad815f" providerId="ADAL" clId="{D1F7CEDD-11DE-2048-9C06-723690A8A12E}" dt="2024-05-21T05:30:14.414" v="496" actId="14100"/>
        <pc:sldMkLst>
          <pc:docMk/>
          <pc:sldMk cId="1862330669" sldId="277"/>
        </pc:sldMkLst>
      </pc:sldChg>
      <pc:sldChg chg="modSp mod">
        <pc:chgData name="Kokchun Giang" userId="67e2125d-ec8c-4323-9653-9824a2ad815f" providerId="ADAL" clId="{D1F7CEDD-11DE-2048-9C06-723690A8A12E}" dt="2024-05-21T05:30:21.777" v="497" actId="14100"/>
        <pc:sldMkLst>
          <pc:docMk/>
          <pc:sldMk cId="4248500437" sldId="278"/>
        </pc:sldMkLst>
      </pc:sldChg>
      <pc:sldChg chg="modNotesTx">
        <pc:chgData name="Kokchun Giang" userId="67e2125d-ec8c-4323-9653-9824a2ad815f" providerId="ADAL" clId="{D1F7CEDD-11DE-2048-9C06-723690A8A12E}" dt="2024-05-21T05:21:51.523" v="364" actId="20577"/>
        <pc:sldMkLst>
          <pc:docMk/>
          <pc:sldMk cId="2101830486" sldId="279"/>
        </pc:sldMkLst>
      </pc:sldChg>
      <pc:sldChg chg="modSp mod modNotesTx">
        <pc:chgData name="Kokchun Giang" userId="67e2125d-ec8c-4323-9653-9824a2ad815f" providerId="ADAL" clId="{D1F7CEDD-11DE-2048-9C06-723690A8A12E}" dt="2024-05-21T05:30:44.920" v="503" actId="14100"/>
        <pc:sldMkLst>
          <pc:docMk/>
          <pc:sldMk cId="2690516555" sldId="284"/>
        </pc:sldMkLst>
      </pc:sldChg>
      <pc:sldChg chg="modSp mod modNotesTx">
        <pc:chgData name="Kokchun Giang" userId="67e2125d-ec8c-4323-9653-9824a2ad815f" providerId="ADAL" clId="{D1F7CEDD-11DE-2048-9C06-723690A8A12E}" dt="2024-05-21T05:30:48.731" v="504" actId="14100"/>
        <pc:sldMkLst>
          <pc:docMk/>
          <pc:sldMk cId="151292181" sldId="285"/>
        </pc:sldMkLst>
      </pc:sldChg>
      <pc:sldChg chg="modSp add modTransition">
        <pc:chgData name="Kokchun Giang" userId="67e2125d-ec8c-4323-9653-9824a2ad815f" providerId="ADAL" clId="{D1F7CEDD-11DE-2048-9C06-723690A8A12E}" dt="2024-05-21T05:06:24.830" v="227"/>
        <pc:sldMkLst>
          <pc:docMk/>
          <pc:sldMk cId="2578380622" sldId="300"/>
        </pc:sldMkLst>
      </pc:sldChg>
      <pc:sldChg chg="add modTransition">
        <pc:chgData name="Kokchun Giang" userId="67e2125d-ec8c-4323-9653-9824a2ad815f" providerId="ADAL" clId="{D1F7CEDD-11DE-2048-9C06-723690A8A12E}" dt="2024-05-21T04:41:59.342" v="12"/>
        <pc:sldMkLst>
          <pc:docMk/>
          <pc:sldMk cId="3781570448" sldId="308"/>
        </pc:sldMkLst>
      </pc:sldChg>
      <pc:sldChg chg="modSp add mod modTransition">
        <pc:chgData name="Kokchun Giang" userId="67e2125d-ec8c-4323-9653-9824a2ad815f" providerId="ADAL" clId="{D1F7CEDD-11DE-2048-9C06-723690A8A12E}" dt="2024-05-21T04:45:47.222" v="43" actId="207"/>
        <pc:sldMkLst>
          <pc:docMk/>
          <pc:sldMk cId="1535798409" sldId="316"/>
        </pc:sldMkLst>
      </pc:sldChg>
      <pc:sldChg chg="modSp add mod modAnim modNotesTx">
        <pc:chgData name="Kokchun Giang" userId="67e2125d-ec8c-4323-9653-9824a2ad815f" providerId="ADAL" clId="{D1F7CEDD-11DE-2048-9C06-723690A8A12E}" dt="2024-05-21T05:27:25.081" v="474" actId="20577"/>
        <pc:sldMkLst>
          <pc:docMk/>
          <pc:sldMk cId="786433132" sldId="317"/>
        </pc:sldMkLst>
      </pc:sldChg>
      <pc:sldChg chg="modSp add mod modAnim">
        <pc:chgData name="Kokchun Giang" userId="67e2125d-ec8c-4323-9653-9824a2ad815f" providerId="ADAL" clId="{D1F7CEDD-11DE-2048-9C06-723690A8A12E}" dt="2024-05-21T05:30:37.480" v="501" actId="14100"/>
        <pc:sldMkLst>
          <pc:docMk/>
          <pc:sldMk cId="3126277653" sldId="318"/>
        </pc:sldMkLst>
      </pc:sldChg>
      <pc:sldChg chg="delSp modSp add mod">
        <pc:chgData name="Kokchun Giang" userId="67e2125d-ec8c-4323-9653-9824a2ad815f" providerId="ADAL" clId="{D1F7CEDD-11DE-2048-9C06-723690A8A12E}" dt="2024-05-21T05:27:28.845" v="475"/>
        <pc:sldMkLst>
          <pc:docMk/>
          <pc:sldMk cId="2208640268" sldId="319"/>
        </pc:sldMkLst>
      </pc:sldChg>
    </pc:docChg>
  </pc:docChgLst>
  <pc:docChgLst>
    <pc:chgData name="Jennie Calminder" userId="e1bd67bb-270a-46f8-9d27-0e3936689317" providerId="ADAL" clId="{C8519781-2494-41B9-AEAE-2BC281F4F231}"/>
    <pc:docChg chg="undo custSel addSld delSld modSld sldOrd">
      <pc:chgData name="Jennie Calminder" userId="e1bd67bb-270a-46f8-9d27-0e3936689317" providerId="ADAL" clId="{C8519781-2494-41B9-AEAE-2BC281F4F231}" dt="2023-12-18T14:02:21.893" v="1377"/>
      <pc:docMkLst>
        <pc:docMk/>
      </pc:docMkLst>
      <pc:sldChg chg="modSp mod">
        <pc:chgData name="Jennie Calminder" userId="e1bd67bb-270a-46f8-9d27-0e3936689317" providerId="ADAL" clId="{C8519781-2494-41B9-AEAE-2BC281F4F231}" dt="2023-12-18T09:21:37.113" v="380" actId="12"/>
        <pc:sldMkLst>
          <pc:docMk/>
          <pc:sldMk cId="3291941557" sldId="258"/>
        </pc:sldMkLst>
      </pc:sldChg>
      <pc:sldChg chg="del">
        <pc:chgData name="Jennie Calminder" userId="e1bd67bb-270a-46f8-9d27-0e3936689317" providerId="ADAL" clId="{C8519781-2494-41B9-AEAE-2BC281F4F231}" dt="2023-12-17T09:15:26.858" v="16" actId="2696"/>
        <pc:sldMkLst>
          <pc:docMk/>
          <pc:sldMk cId="3011576006" sldId="259"/>
        </pc:sldMkLst>
      </pc:sldChg>
      <pc:sldChg chg="del">
        <pc:chgData name="Jennie Calminder" userId="e1bd67bb-270a-46f8-9d27-0e3936689317" providerId="ADAL" clId="{C8519781-2494-41B9-AEAE-2BC281F4F231}" dt="2023-12-17T09:15:33.870" v="17" actId="2696"/>
        <pc:sldMkLst>
          <pc:docMk/>
          <pc:sldMk cId="2457384944" sldId="260"/>
        </pc:sldMkLst>
      </pc:sldChg>
      <pc:sldChg chg="modSp mod ord">
        <pc:chgData name="Jennie Calminder" userId="e1bd67bb-270a-46f8-9d27-0e3936689317" providerId="ADAL" clId="{C8519781-2494-41B9-AEAE-2BC281F4F231}" dt="2023-12-18T09:49:08.103" v="1034" actId="20577"/>
        <pc:sldMkLst>
          <pc:docMk/>
          <pc:sldMk cId="2605043791" sldId="261"/>
        </pc:sldMkLst>
      </pc:sldChg>
      <pc:sldChg chg="modSp add del mod">
        <pc:chgData name="Jennie Calminder" userId="e1bd67bb-270a-46f8-9d27-0e3936689317" providerId="ADAL" clId="{C8519781-2494-41B9-AEAE-2BC281F4F231}" dt="2023-12-18T09:27:55.218" v="508" actId="6549"/>
        <pc:sldMkLst>
          <pc:docMk/>
          <pc:sldMk cId="3609302636" sldId="262"/>
        </pc:sldMkLst>
      </pc:sldChg>
      <pc:sldChg chg="modSp mod">
        <pc:chgData name="Jennie Calminder" userId="e1bd67bb-270a-46f8-9d27-0e3936689317" providerId="ADAL" clId="{C8519781-2494-41B9-AEAE-2BC281F4F231}" dt="2023-12-18T09:30:56.218" v="745" actId="20577"/>
        <pc:sldMkLst>
          <pc:docMk/>
          <pc:sldMk cId="1538140814" sldId="263"/>
        </pc:sldMkLst>
      </pc:sldChg>
      <pc:sldChg chg="del">
        <pc:chgData name="Jennie Calminder" userId="e1bd67bb-270a-46f8-9d27-0e3936689317" providerId="ADAL" clId="{C8519781-2494-41B9-AEAE-2BC281F4F231}" dt="2023-12-17T09:17:10.967" v="20" actId="2696"/>
        <pc:sldMkLst>
          <pc:docMk/>
          <pc:sldMk cId="2875748208" sldId="268"/>
        </pc:sldMkLst>
      </pc:sldChg>
      <pc:sldChg chg="modSp mod ord">
        <pc:chgData name="Jennie Calminder" userId="e1bd67bb-270a-46f8-9d27-0e3936689317" providerId="ADAL" clId="{C8519781-2494-41B9-AEAE-2BC281F4F231}" dt="2023-12-18T09:26:20.905" v="402" actId="20577"/>
        <pc:sldMkLst>
          <pc:docMk/>
          <pc:sldMk cId="981424552" sldId="269"/>
        </pc:sldMkLst>
      </pc:sldChg>
      <pc:sldChg chg="addSp delSp modSp mod setBg">
        <pc:chgData name="Jennie Calminder" userId="e1bd67bb-270a-46f8-9d27-0e3936689317" providerId="ADAL" clId="{C8519781-2494-41B9-AEAE-2BC281F4F231}" dt="2023-12-17T09:20:41.943" v="28"/>
        <pc:sldMkLst>
          <pc:docMk/>
          <pc:sldMk cId="526417029" sldId="270"/>
        </pc:sldMkLst>
      </pc:sldChg>
      <pc:sldChg chg="modSp mod">
        <pc:chgData name="Jennie Calminder" userId="e1bd67bb-270a-46f8-9d27-0e3936689317" providerId="ADAL" clId="{C8519781-2494-41B9-AEAE-2BC281F4F231}" dt="2023-12-17T09:14:46.356" v="15" actId="20577"/>
        <pc:sldMkLst>
          <pc:docMk/>
          <pc:sldMk cId="1688977043" sldId="271"/>
        </pc:sldMkLst>
      </pc:sldChg>
      <pc:sldChg chg="del mod modShow">
        <pc:chgData name="Jennie Calminder" userId="e1bd67bb-270a-46f8-9d27-0e3936689317" providerId="ADAL" clId="{C8519781-2494-41B9-AEAE-2BC281F4F231}" dt="2023-12-17T09:18:49.569" v="22" actId="2696"/>
        <pc:sldMkLst>
          <pc:docMk/>
          <pc:sldMk cId="1335588541" sldId="274"/>
        </pc:sldMkLst>
      </pc:sldChg>
      <pc:sldChg chg="modSp mod">
        <pc:chgData name="Jennie Calminder" userId="e1bd67bb-270a-46f8-9d27-0e3936689317" providerId="ADAL" clId="{C8519781-2494-41B9-AEAE-2BC281F4F231}" dt="2023-12-17T09:25:09.568" v="141" actId="6549"/>
        <pc:sldMkLst>
          <pc:docMk/>
          <pc:sldMk cId="1172531461" sldId="276"/>
        </pc:sldMkLst>
      </pc:sldChg>
      <pc:sldChg chg="modSp mod ord">
        <pc:chgData name="Jennie Calminder" userId="e1bd67bb-270a-46f8-9d27-0e3936689317" providerId="ADAL" clId="{C8519781-2494-41B9-AEAE-2BC281F4F231}" dt="2023-12-18T09:49:39.430" v="1035" actId="20577"/>
        <pc:sldMkLst>
          <pc:docMk/>
          <pc:sldMk cId="1862330669" sldId="277"/>
        </pc:sldMkLst>
      </pc:sldChg>
      <pc:sldChg chg="modSp add mod ord">
        <pc:chgData name="Jennie Calminder" userId="e1bd67bb-270a-46f8-9d27-0e3936689317" providerId="ADAL" clId="{C8519781-2494-41B9-AEAE-2BC281F4F231}" dt="2023-12-17T09:27:39.558" v="153"/>
        <pc:sldMkLst>
          <pc:docMk/>
          <pc:sldMk cId="4248500437" sldId="278"/>
        </pc:sldMkLst>
      </pc:sldChg>
      <pc:sldChg chg="modSp add mod">
        <pc:chgData name="Jennie Calminder" userId="e1bd67bb-270a-46f8-9d27-0e3936689317" providerId="ADAL" clId="{C8519781-2494-41B9-AEAE-2BC281F4F231}" dt="2023-12-18T09:27:04.541" v="460" actId="255"/>
        <pc:sldMkLst>
          <pc:docMk/>
          <pc:sldMk cId="2101830486" sldId="279"/>
        </pc:sldMkLst>
      </pc:sldChg>
      <pc:sldChg chg="delSp modSp mod ord">
        <pc:chgData name="Jennie Calminder" userId="e1bd67bb-270a-46f8-9d27-0e3936689317" providerId="ADAL" clId="{C8519781-2494-41B9-AEAE-2BC281F4F231}" dt="2023-12-18T14:02:21.893" v="1377"/>
        <pc:sldMkLst>
          <pc:docMk/>
          <pc:sldMk cId="2690516555" sldId="284"/>
        </pc:sldMkLst>
      </pc:sldChg>
      <pc:sldChg chg="modSp add mod ord">
        <pc:chgData name="Jennie Calminder" userId="e1bd67bb-270a-46f8-9d27-0e3936689317" providerId="ADAL" clId="{C8519781-2494-41B9-AEAE-2BC281F4F231}" dt="2023-12-18T12:52:28.045" v="1375" actId="20577"/>
        <pc:sldMkLst>
          <pc:docMk/>
          <pc:sldMk cId="151292181" sldId="285"/>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7T14:51:33.361"/>
    </inkml:context>
    <inkml:brush xml:id="br0">
      <inkml:brushProperty name="width" value="0.1" units="cm"/>
      <inkml:brushProperty name="height" value="0.1" units="cm"/>
      <inkml:brushProperty name="color" value="#004F8B"/>
    </inkml:brush>
  </inkml:definitions>
  <inkml:trace contextRef="#ctx0" brushRef="#br0">2769 894 24575,'-7'-13'0,"3"3"0,-7-8 0,0-1 0,-9-9 0,4 7 0,-3-7 0,-2 11 0,4-4 0,-18-9 0,19 13 0,-12-11 0,-6 8 0,15 4 0,-22-7 0,19 6 0,0 4 0,-5-5 0,5 4 0,-7-1 0,0-3 0,0 7 0,1-7 0,6 9 0,-5-5 0,-10-3 0,-9-4 0,-1-5 0,-10 4 0,10-2 0,7 11 0,-15-15 0,29 17 0,-45-20 0,35 19 0,-22-15 0,29 17 0,1-4 0,-1 0 0,0 3 0,7-1 0,-5 2 0,-9 0 0,3-1 0,-24 3 0,25 0 0,-39-4 0,36 5 0,-36-11 0,39 16 0,-4-7 0,9 8 0,5-2 0,-7 3 0,7 0 0,-5 0 0,5 0 0,-7 0 0,0 0 0,1 0 0,-15 0 0,10 0 0,-39 0 0,22 0 0,-25 0 0,28 4 0,4-3 0,0 10 0,18-9 0,-10 7 0,22-8 0,0 5 0,3-5 0,-3 2 0,6-1 0,-5-1 0,1 5 0,-2-5 0,0 2 0,0-1 0,0-1 0,3 2 0,0 0 0,1-2 0,1 2 0,2-1 0,0-1 0,2 2 0,-2-3 0,2 3 0,-2-2 0,2 2 0,-2-3 0,-1 3 0,-2-3 0,1 3 0,-4 0 0,2-2 0,-1 2 0,2-3 0,2 3 0,1-3 0,-1 3 0,3-6 0,1 0 0,3-7 0,0 3 0,0-6 0,0 3 0,0-3 0,3 0 0,1 0 0,2 0 0,1 2 0,-3 2 0,1 2 0,-4 1 0,2-1 0,0 3 0,-2 4 0,-4 7 0,-5 3 0,-5 0 0,3-1 0,0-2 0,1-1 0,2 1 0,-6-1 0,6 1 0,-3 0 0,1-1 0,1-2 0,-1 1 0,-1-1 0,3 0 0,-2 1 0,2-4 0,3 5 0,-2-2 0,9-1 0,-6 3 0,9-5 0,1 5 0,0-6 0,5 6 0,-5-5 0,3 5 0,-1-3 0,1 4 0,1 2 0,1-2 0,-5 3 0,5-4 0,-4 1 0,11 1 0,-7-2 0,8 2 0,-10-4 0,2 2 0,-4-6 0,1 3 0,-3-3 0,1 0 0,-1 0 0,1 0 0,-3-3 0,-2 0 0,-2-4 0,3 3 0,-2-1 0,2-2 0,-3 0 0,0-6 0,0 6 0,-3-5 0,2 1 0,-5-2 0,3 0 0,-4 3 0,1-3 0,-1 6 0,0-5 0,1 4 0,-1-1 0,3 2 0,-1 3 0,1-1 0,0 4 0,1-2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CA5269-AC9B-41F0-A253-B4E4258BB18D}" type="datetimeFigureOut">
              <a:rPr lang="sv-SE" smtClean="0"/>
              <a:t>2024-11-17</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D7F26B-7BA5-48E3-BED5-A927449CF1CD}" type="slidenum">
              <a:rPr lang="sv-SE" smtClean="0"/>
              <a:t>‹#›</a:t>
            </a:fld>
            <a:endParaRPr lang="sv-SE"/>
          </a:p>
        </p:txBody>
      </p:sp>
    </p:spTree>
    <p:extLst>
      <p:ext uri="{BB962C8B-B14F-4D97-AF65-F5344CB8AC3E}">
        <p14:creationId xmlns:p14="http://schemas.microsoft.com/office/powerpoint/2010/main" val="2668581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5"/>
          </p:nvPr>
        </p:nvSpPr>
        <p:spPr/>
        <p:txBody>
          <a:bodyPr/>
          <a:lstStyle/>
          <a:p>
            <a:fld id="{C1D7F26B-7BA5-48E3-BED5-A927449CF1CD}" type="slidenum">
              <a:rPr lang="sv-SE" smtClean="0"/>
              <a:t>1</a:t>
            </a:fld>
            <a:endParaRPr lang="sv-SE"/>
          </a:p>
        </p:txBody>
      </p:sp>
    </p:spTree>
    <p:extLst>
      <p:ext uri="{BB962C8B-B14F-4D97-AF65-F5344CB8AC3E}">
        <p14:creationId xmlns:p14="http://schemas.microsoft.com/office/powerpoint/2010/main" val="3547177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5"/>
          </p:nvPr>
        </p:nvSpPr>
        <p:spPr/>
        <p:txBody>
          <a:bodyPr/>
          <a:lstStyle/>
          <a:p>
            <a:fld id="{C1D7F26B-7BA5-48E3-BED5-A927449CF1CD}" type="slidenum">
              <a:rPr lang="sv-SE" smtClean="0"/>
              <a:t>2</a:t>
            </a:fld>
            <a:endParaRPr lang="sv-SE"/>
          </a:p>
        </p:txBody>
      </p:sp>
    </p:spTree>
    <p:extLst>
      <p:ext uri="{BB962C8B-B14F-4D97-AF65-F5344CB8AC3E}">
        <p14:creationId xmlns:p14="http://schemas.microsoft.com/office/powerpoint/2010/main" val="1527866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7F129-9874-5257-AD52-C5BF64387D7F}"/>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7361FF99-6C50-DB2B-853E-379EAA3EEA28}"/>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589F2820-23C0-8033-04D4-C33300970278}"/>
              </a:ext>
            </a:extLst>
          </p:cNvPr>
          <p:cNvSpPr>
            <a:spLocks noGrp="1"/>
          </p:cNvSpPr>
          <p:nvPr>
            <p:ph type="body" idx="1"/>
          </p:nvPr>
        </p:nvSpPr>
        <p:spPr/>
        <p:txBody>
          <a:bodyPr/>
          <a:lstStyle/>
          <a:p>
            <a:endParaRPr lang="sv-SE" dirty="0"/>
          </a:p>
        </p:txBody>
      </p:sp>
      <p:sp>
        <p:nvSpPr>
          <p:cNvPr id="4" name="Platshållare för bildnummer 3">
            <a:extLst>
              <a:ext uri="{FF2B5EF4-FFF2-40B4-BE49-F238E27FC236}">
                <a16:creationId xmlns:a16="http://schemas.microsoft.com/office/drawing/2014/main" id="{E6A3446F-456E-B136-4E76-BFEA910DD535}"/>
              </a:ext>
            </a:extLst>
          </p:cNvPr>
          <p:cNvSpPr>
            <a:spLocks noGrp="1"/>
          </p:cNvSpPr>
          <p:nvPr>
            <p:ph type="sldNum" sz="quarter" idx="5"/>
          </p:nvPr>
        </p:nvSpPr>
        <p:spPr/>
        <p:txBody>
          <a:bodyPr/>
          <a:lstStyle/>
          <a:p>
            <a:fld id="{C1D7F26B-7BA5-48E3-BED5-A927449CF1CD}" type="slidenum">
              <a:rPr lang="sv-SE" smtClean="0"/>
              <a:t>3</a:t>
            </a:fld>
            <a:endParaRPr lang="sv-SE"/>
          </a:p>
        </p:txBody>
      </p:sp>
    </p:spTree>
    <p:extLst>
      <p:ext uri="{BB962C8B-B14F-4D97-AF65-F5344CB8AC3E}">
        <p14:creationId xmlns:p14="http://schemas.microsoft.com/office/powerpoint/2010/main" val="2182354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a:xfrm>
            <a:off x="381000" y="685800"/>
            <a:ext cx="6096000" cy="3429000"/>
          </a:xfrm>
        </p:spPr>
      </p:sp>
      <p:sp>
        <p:nvSpPr>
          <p:cNvPr id="3" name="Platshållare för anteckningar 2"/>
          <p:cNvSpPr>
            <a:spLocks noGrp="1"/>
          </p:cNvSpPr>
          <p:nvPr>
            <p:ph type="body" idx="1"/>
          </p:nvPr>
        </p:nvSpPr>
        <p:spPr/>
        <p:txBody>
          <a:bodyPr/>
          <a:lstStyle/>
          <a:p>
            <a:endParaRPr lang="sv-SE" dirty="0"/>
          </a:p>
        </p:txBody>
      </p:sp>
    </p:spTree>
    <p:extLst>
      <p:ext uri="{BB962C8B-B14F-4D97-AF65-F5344CB8AC3E}">
        <p14:creationId xmlns:p14="http://schemas.microsoft.com/office/powerpoint/2010/main" val="2866114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47C42-C945-13BD-4D81-9671FA846A01}"/>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25969442-E61F-B81B-CDEA-C7A5574E36DA}"/>
              </a:ext>
            </a:extLst>
          </p:cNvPr>
          <p:cNvSpPr>
            <a:spLocks noGrp="1" noRot="1" noChangeAspect="1"/>
          </p:cNvSpPr>
          <p:nvPr>
            <p:ph type="sldImg"/>
          </p:nvPr>
        </p:nvSpPr>
        <p:spPr>
          <a:xfrm>
            <a:off x="381000" y="685800"/>
            <a:ext cx="6096000" cy="3429000"/>
          </a:xfrm>
        </p:spPr>
      </p:sp>
      <p:sp>
        <p:nvSpPr>
          <p:cNvPr id="3" name="Platshållare för anteckningar 2">
            <a:extLst>
              <a:ext uri="{FF2B5EF4-FFF2-40B4-BE49-F238E27FC236}">
                <a16:creationId xmlns:a16="http://schemas.microsoft.com/office/drawing/2014/main" id="{53A6E60A-3A85-8285-B9B1-6770ED884342}"/>
              </a:ext>
            </a:extLst>
          </p:cNvPr>
          <p:cNvSpPr>
            <a:spLocks noGrp="1"/>
          </p:cNvSpPr>
          <p:nvPr>
            <p:ph type="body" idx="1"/>
          </p:nvPr>
        </p:nvSpPr>
        <p:spPr/>
        <p:txBody>
          <a:bodyPr/>
          <a:lstStyle/>
          <a:p>
            <a:endParaRPr lang="sv-SE" dirty="0"/>
          </a:p>
        </p:txBody>
      </p:sp>
    </p:spTree>
    <p:extLst>
      <p:ext uri="{BB962C8B-B14F-4D97-AF65-F5344CB8AC3E}">
        <p14:creationId xmlns:p14="http://schemas.microsoft.com/office/powerpoint/2010/main" val="1411467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3DDA5-F18B-D4B3-C646-B5CADDA5A349}"/>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49D81B2B-194D-F99C-3D61-8A47F39FB545}"/>
              </a:ext>
            </a:extLst>
          </p:cNvPr>
          <p:cNvSpPr>
            <a:spLocks noGrp="1" noRot="1" noChangeAspect="1"/>
          </p:cNvSpPr>
          <p:nvPr>
            <p:ph type="sldImg"/>
          </p:nvPr>
        </p:nvSpPr>
        <p:spPr>
          <a:xfrm>
            <a:off x="381000" y="685800"/>
            <a:ext cx="6096000" cy="3429000"/>
          </a:xfrm>
        </p:spPr>
      </p:sp>
      <p:sp>
        <p:nvSpPr>
          <p:cNvPr id="3" name="Platshållare för anteckningar 2">
            <a:extLst>
              <a:ext uri="{FF2B5EF4-FFF2-40B4-BE49-F238E27FC236}">
                <a16:creationId xmlns:a16="http://schemas.microsoft.com/office/drawing/2014/main" id="{DD7F60DD-7451-F266-D0B8-827C61CEF19A}"/>
              </a:ext>
            </a:extLst>
          </p:cNvPr>
          <p:cNvSpPr>
            <a:spLocks noGrp="1"/>
          </p:cNvSpPr>
          <p:nvPr>
            <p:ph type="body" idx="1"/>
          </p:nvPr>
        </p:nvSpPr>
        <p:spPr/>
        <p:txBody>
          <a:bodyPr/>
          <a:lstStyle/>
          <a:p>
            <a:endParaRPr lang="sv-SE" dirty="0"/>
          </a:p>
        </p:txBody>
      </p:sp>
    </p:spTree>
    <p:extLst>
      <p:ext uri="{BB962C8B-B14F-4D97-AF65-F5344CB8AC3E}">
        <p14:creationId xmlns:p14="http://schemas.microsoft.com/office/powerpoint/2010/main" val="1905992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53FB4-B5EE-D846-2A3F-ECC5E5018711}"/>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842F7487-5076-670D-C183-A6EF60E13695}"/>
              </a:ext>
            </a:extLst>
          </p:cNvPr>
          <p:cNvSpPr>
            <a:spLocks noGrp="1" noRot="1" noChangeAspect="1"/>
          </p:cNvSpPr>
          <p:nvPr>
            <p:ph type="sldImg"/>
          </p:nvPr>
        </p:nvSpPr>
        <p:spPr>
          <a:xfrm>
            <a:off x="381000" y="685800"/>
            <a:ext cx="6096000" cy="3429000"/>
          </a:xfrm>
        </p:spPr>
      </p:sp>
      <p:sp>
        <p:nvSpPr>
          <p:cNvPr id="3" name="Platshållare för anteckningar 2">
            <a:extLst>
              <a:ext uri="{FF2B5EF4-FFF2-40B4-BE49-F238E27FC236}">
                <a16:creationId xmlns:a16="http://schemas.microsoft.com/office/drawing/2014/main" id="{EBFFE946-FD93-81EF-B786-7421CF3038FB}"/>
              </a:ext>
            </a:extLst>
          </p:cNvPr>
          <p:cNvSpPr>
            <a:spLocks noGrp="1"/>
          </p:cNvSpPr>
          <p:nvPr>
            <p:ph type="body" idx="1"/>
          </p:nvPr>
        </p:nvSpPr>
        <p:spPr/>
        <p:txBody>
          <a:bodyPr/>
          <a:lstStyle/>
          <a:p>
            <a:endParaRPr lang="sv-SE" dirty="0"/>
          </a:p>
        </p:txBody>
      </p:sp>
    </p:spTree>
    <p:extLst>
      <p:ext uri="{BB962C8B-B14F-4D97-AF65-F5344CB8AC3E}">
        <p14:creationId xmlns:p14="http://schemas.microsoft.com/office/powerpoint/2010/main" val="1013401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1987E-321E-1ADC-F875-D65AF4995450}"/>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6398F483-9FDE-4CE9-1FC3-99C02BC364C8}"/>
              </a:ext>
            </a:extLst>
          </p:cNvPr>
          <p:cNvSpPr>
            <a:spLocks noGrp="1" noRot="1" noChangeAspect="1"/>
          </p:cNvSpPr>
          <p:nvPr>
            <p:ph type="sldImg"/>
          </p:nvPr>
        </p:nvSpPr>
        <p:spPr>
          <a:xfrm>
            <a:off x="381000" y="685800"/>
            <a:ext cx="6096000" cy="3429000"/>
          </a:xfrm>
        </p:spPr>
      </p:sp>
      <p:sp>
        <p:nvSpPr>
          <p:cNvPr id="3" name="Platshållare för anteckningar 2">
            <a:extLst>
              <a:ext uri="{FF2B5EF4-FFF2-40B4-BE49-F238E27FC236}">
                <a16:creationId xmlns:a16="http://schemas.microsoft.com/office/drawing/2014/main" id="{7784D3A6-29D7-F5CC-252E-F36BE43D7F20}"/>
              </a:ext>
            </a:extLst>
          </p:cNvPr>
          <p:cNvSpPr>
            <a:spLocks noGrp="1"/>
          </p:cNvSpPr>
          <p:nvPr>
            <p:ph type="body" idx="1"/>
          </p:nvPr>
        </p:nvSpPr>
        <p:spPr/>
        <p:txBody>
          <a:bodyPr/>
          <a:lstStyle/>
          <a:p>
            <a:endParaRPr lang="sv-SE" dirty="0"/>
          </a:p>
        </p:txBody>
      </p:sp>
    </p:spTree>
    <p:extLst>
      <p:ext uri="{BB962C8B-B14F-4D97-AF65-F5344CB8AC3E}">
        <p14:creationId xmlns:p14="http://schemas.microsoft.com/office/powerpoint/2010/main" val="3173710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1524000" y="1122363"/>
            <a:ext cx="9144000" cy="2387600"/>
          </a:xfrm>
        </p:spPr>
        <p:txBody>
          <a:bodyPr anchor="b"/>
          <a:lstStyle>
            <a:lvl1pPr algn="ctr">
              <a:defRPr sz="6000"/>
            </a:lvl1pPr>
          </a:lstStyle>
          <a:p>
            <a:r>
              <a:rPr lang="sv-SE"/>
              <a:t>Klicka här för att ändra format</a:t>
            </a:r>
          </a:p>
        </p:txBody>
      </p:sp>
      <p:sp>
        <p:nvSpPr>
          <p:cNvPr id="3" name="Underrubri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om du vill redigera mall för underrubrikformat</a:t>
            </a:r>
          </a:p>
        </p:txBody>
      </p:sp>
      <p:sp>
        <p:nvSpPr>
          <p:cNvPr id="4" name="Platshållare för datum 3"/>
          <p:cNvSpPr>
            <a:spLocks noGrp="1"/>
          </p:cNvSpPr>
          <p:nvPr>
            <p:ph type="dt" sz="half" idx="10"/>
          </p:nvPr>
        </p:nvSpPr>
        <p:spPr/>
        <p:txBody>
          <a:bodyPr/>
          <a:lstStyle/>
          <a:p>
            <a:fld id="{2924E8E3-C6EA-4D2C-901B-376077CB2D73}" type="datetimeFigureOut">
              <a:rPr lang="sv-SE" smtClean="0"/>
              <a:t>2024-11-17</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1125304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2924E8E3-C6EA-4D2C-901B-376077CB2D73}" type="datetimeFigureOut">
              <a:rPr lang="sv-SE" smtClean="0"/>
              <a:t>2024-11-17</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1460151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831850" y="1709738"/>
            <a:ext cx="10515600" cy="2852737"/>
          </a:xfrm>
        </p:spPr>
        <p:txBody>
          <a:bodyPr anchor="b"/>
          <a:lstStyle>
            <a:lvl1pPr>
              <a:defRPr sz="6000"/>
            </a:lvl1pPr>
          </a:lstStyle>
          <a:p>
            <a:r>
              <a:rPr lang="sv-SE"/>
              <a:t>Klicka här för att ändra format</a:t>
            </a:r>
          </a:p>
        </p:txBody>
      </p:sp>
      <p:sp>
        <p:nvSpPr>
          <p:cNvPr id="3" name="Platshållare för tex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Redigera format för bakgrundstext</a:t>
            </a:r>
          </a:p>
        </p:txBody>
      </p:sp>
      <p:sp>
        <p:nvSpPr>
          <p:cNvPr id="4" name="Platshållare för datum 3"/>
          <p:cNvSpPr>
            <a:spLocks noGrp="1"/>
          </p:cNvSpPr>
          <p:nvPr>
            <p:ph type="dt" sz="half" idx="10"/>
          </p:nvPr>
        </p:nvSpPr>
        <p:spPr/>
        <p:txBody>
          <a:bodyPr/>
          <a:lstStyle/>
          <a:p>
            <a:fld id="{2924E8E3-C6EA-4D2C-901B-376077CB2D73}" type="datetimeFigureOut">
              <a:rPr lang="sv-SE" smtClean="0"/>
              <a:t>2024-11-17</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11727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838200" y="1825625"/>
            <a:ext cx="5181600" cy="4351338"/>
          </a:xfrm>
        </p:spPr>
        <p:txBody>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6172200" y="1825625"/>
            <a:ext cx="5181600" cy="4351338"/>
          </a:xfrm>
        </p:spPr>
        <p:txBody>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2924E8E3-C6EA-4D2C-901B-376077CB2D73}" type="datetimeFigureOut">
              <a:rPr lang="sv-SE" smtClean="0"/>
              <a:t>2024-11-17</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2249338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839788" y="365125"/>
            <a:ext cx="10515600" cy="1325563"/>
          </a:xfrm>
        </p:spPr>
        <p:txBody>
          <a:bodyPr/>
          <a:lstStyle/>
          <a:p>
            <a:r>
              <a:rPr lang="sv-SE"/>
              <a:t>Klicka här för att ändra format</a:t>
            </a:r>
          </a:p>
        </p:txBody>
      </p:sp>
      <p:sp>
        <p:nvSpPr>
          <p:cNvPr id="3" name="Platshållare för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Redigera format för bakgrundstext</a:t>
            </a:r>
          </a:p>
        </p:txBody>
      </p:sp>
      <p:sp>
        <p:nvSpPr>
          <p:cNvPr id="4" name="Platshållare för innehåll 3"/>
          <p:cNvSpPr>
            <a:spLocks noGrp="1"/>
          </p:cNvSpPr>
          <p:nvPr>
            <p:ph sz="half" idx="2"/>
          </p:nvPr>
        </p:nvSpPr>
        <p:spPr>
          <a:xfrm>
            <a:off x="839788" y="2505075"/>
            <a:ext cx="5157787" cy="3684588"/>
          </a:xfrm>
        </p:spPr>
        <p:txBody>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Redigera format för bakgrundstext</a:t>
            </a:r>
          </a:p>
        </p:txBody>
      </p:sp>
      <p:sp>
        <p:nvSpPr>
          <p:cNvPr id="6" name="Platshållare för innehåll 5"/>
          <p:cNvSpPr>
            <a:spLocks noGrp="1"/>
          </p:cNvSpPr>
          <p:nvPr>
            <p:ph sz="quarter" idx="4"/>
          </p:nvPr>
        </p:nvSpPr>
        <p:spPr>
          <a:xfrm>
            <a:off x="6172200" y="2505075"/>
            <a:ext cx="5183188" cy="3684588"/>
          </a:xfrm>
        </p:spPr>
        <p:txBody>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2924E8E3-C6EA-4D2C-901B-376077CB2D73}" type="datetimeFigureOut">
              <a:rPr lang="sv-SE" smtClean="0"/>
              <a:t>2024-11-17</a:t>
            </a:fld>
            <a:endParaRPr lang="sv-SE"/>
          </a:p>
        </p:txBody>
      </p:sp>
      <p:sp>
        <p:nvSpPr>
          <p:cNvPr id="8" name="Platshållare för sidfot 7"/>
          <p:cNvSpPr>
            <a:spLocks noGrp="1"/>
          </p:cNvSpPr>
          <p:nvPr>
            <p:ph type="ftr" sz="quarter" idx="11"/>
          </p:nvPr>
        </p:nvSpPr>
        <p:spPr/>
        <p:txBody>
          <a:bodyPr/>
          <a:lstStyle/>
          <a:p>
            <a:endParaRPr lang="sv-SE"/>
          </a:p>
        </p:txBody>
      </p:sp>
      <p:sp>
        <p:nvSpPr>
          <p:cNvPr id="9" name="Platshållare för bildnummer 8"/>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2749384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2924E8E3-C6EA-4D2C-901B-376077CB2D73}" type="datetimeFigureOut">
              <a:rPr lang="sv-SE" smtClean="0"/>
              <a:t>2024-11-17</a:t>
            </a:fld>
            <a:endParaRPr lang="sv-SE"/>
          </a:p>
        </p:txBody>
      </p:sp>
      <p:sp>
        <p:nvSpPr>
          <p:cNvPr id="4" name="Platshållare för sidfot 3"/>
          <p:cNvSpPr>
            <a:spLocks noGrp="1"/>
          </p:cNvSpPr>
          <p:nvPr>
            <p:ph type="ftr" sz="quarter" idx="11"/>
          </p:nvPr>
        </p:nvSpPr>
        <p:spPr/>
        <p:txBody>
          <a:bodyPr/>
          <a:lstStyle/>
          <a:p>
            <a:endParaRPr lang="sv-SE"/>
          </a:p>
        </p:txBody>
      </p:sp>
      <p:sp>
        <p:nvSpPr>
          <p:cNvPr id="5" name="Platshållare för bildnummer 4"/>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732949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2924E8E3-C6EA-4D2C-901B-376077CB2D73}" type="datetimeFigureOut">
              <a:rPr lang="sv-SE" smtClean="0"/>
              <a:t>2024-11-17</a:t>
            </a:fld>
            <a:endParaRPr lang="sv-SE"/>
          </a:p>
        </p:txBody>
      </p:sp>
      <p:sp>
        <p:nvSpPr>
          <p:cNvPr id="3" name="Platshållare för sidfot 2"/>
          <p:cNvSpPr>
            <a:spLocks noGrp="1"/>
          </p:cNvSpPr>
          <p:nvPr>
            <p:ph type="ftr" sz="quarter" idx="11"/>
          </p:nvPr>
        </p:nvSpPr>
        <p:spPr/>
        <p:txBody>
          <a:bodyPr/>
          <a:lstStyle/>
          <a:p>
            <a:endParaRPr lang="sv-SE"/>
          </a:p>
        </p:txBody>
      </p:sp>
      <p:sp>
        <p:nvSpPr>
          <p:cNvPr id="4" name="Platshållare för bildnummer 3"/>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3479087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839788" y="457200"/>
            <a:ext cx="3932237" cy="1600200"/>
          </a:xfrm>
        </p:spPr>
        <p:txBody>
          <a:bodyPr anchor="b"/>
          <a:lstStyle>
            <a:lvl1pPr>
              <a:defRPr sz="3200"/>
            </a:lvl1pPr>
          </a:lstStyle>
          <a:p>
            <a:r>
              <a:rPr lang="sv-SE"/>
              <a:t>Klicka här för att ändra format</a:t>
            </a:r>
          </a:p>
        </p:txBody>
      </p:sp>
      <p:sp>
        <p:nvSpPr>
          <p:cNvPr id="3" name="Platshållare för innehåll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Redigera format för bakgrundstext</a:t>
            </a:r>
          </a:p>
        </p:txBody>
      </p:sp>
      <p:sp>
        <p:nvSpPr>
          <p:cNvPr id="5" name="Platshållare för datum 4"/>
          <p:cNvSpPr>
            <a:spLocks noGrp="1"/>
          </p:cNvSpPr>
          <p:nvPr>
            <p:ph type="dt" sz="half" idx="10"/>
          </p:nvPr>
        </p:nvSpPr>
        <p:spPr/>
        <p:txBody>
          <a:bodyPr/>
          <a:lstStyle/>
          <a:p>
            <a:fld id="{2924E8E3-C6EA-4D2C-901B-376077CB2D73}" type="datetimeFigureOut">
              <a:rPr lang="sv-SE" smtClean="0"/>
              <a:t>2024-11-17</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1686929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839788" y="457200"/>
            <a:ext cx="3932237" cy="1600200"/>
          </a:xfrm>
        </p:spPr>
        <p:txBody>
          <a:bodyPr anchor="b"/>
          <a:lstStyle>
            <a:lvl1pPr>
              <a:defRPr sz="3200"/>
            </a:lvl1pPr>
          </a:lstStyle>
          <a:p>
            <a:r>
              <a:rPr lang="sv-SE"/>
              <a:t>Klicka här för att ändra format</a:t>
            </a:r>
          </a:p>
        </p:txBody>
      </p:sp>
      <p:sp>
        <p:nvSpPr>
          <p:cNvPr id="3" name="Platshållare för bild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Redigera format för bakgrundstext</a:t>
            </a:r>
          </a:p>
        </p:txBody>
      </p:sp>
      <p:sp>
        <p:nvSpPr>
          <p:cNvPr id="5" name="Platshållare för datum 4"/>
          <p:cNvSpPr>
            <a:spLocks noGrp="1"/>
          </p:cNvSpPr>
          <p:nvPr>
            <p:ph type="dt" sz="half" idx="10"/>
          </p:nvPr>
        </p:nvSpPr>
        <p:spPr/>
        <p:txBody>
          <a:bodyPr/>
          <a:lstStyle/>
          <a:p>
            <a:fld id="{2924E8E3-C6EA-4D2C-901B-376077CB2D73}" type="datetimeFigureOut">
              <a:rPr lang="sv-SE" smtClean="0"/>
              <a:t>2024-11-17</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3271583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2924E8E3-C6EA-4D2C-901B-376077CB2D73}" type="datetimeFigureOut">
              <a:rPr lang="sv-SE" smtClean="0"/>
              <a:t>2024-11-17</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3935041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8724900" y="365125"/>
            <a:ext cx="2628900" cy="5811838"/>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838200" y="365125"/>
            <a:ext cx="7734300" cy="5811838"/>
          </a:xfrm>
        </p:spPr>
        <p:txBody>
          <a:bodyPr vert="eaVert"/>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2924E8E3-C6EA-4D2C-901B-376077CB2D73}" type="datetimeFigureOut">
              <a:rPr lang="sv-SE" smtClean="0"/>
              <a:t>2024-11-17</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3008683A-B7F8-4745-8DEF-2F1C702E1CA0}" type="slidenum">
              <a:rPr lang="sv-SE" smtClean="0"/>
              <a:t>‹#›</a:t>
            </a:fld>
            <a:endParaRPr lang="sv-SE"/>
          </a:p>
        </p:txBody>
      </p:sp>
    </p:spTree>
    <p:extLst>
      <p:ext uri="{BB962C8B-B14F-4D97-AF65-F5344CB8AC3E}">
        <p14:creationId xmlns:p14="http://schemas.microsoft.com/office/powerpoint/2010/main" val="181742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24E8E3-C6EA-4D2C-901B-376077CB2D73}" type="datetimeFigureOut">
              <a:rPr lang="sv-SE" smtClean="0"/>
              <a:t>2024-11-17</a:t>
            </a:fld>
            <a:endParaRPr lang="sv-SE"/>
          </a:p>
        </p:txBody>
      </p:sp>
      <p:sp>
        <p:nvSpPr>
          <p:cNvPr id="5" name="Platshållare för sidfo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Platshållare för bild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08683A-B7F8-4745-8DEF-2F1C702E1CA0}" type="slidenum">
              <a:rPr lang="sv-SE" smtClean="0"/>
              <a:t>‹#›</a:t>
            </a:fld>
            <a:endParaRPr lang="sv-SE"/>
          </a:p>
        </p:txBody>
      </p:sp>
    </p:spTree>
    <p:extLst>
      <p:ext uri="{BB962C8B-B14F-4D97-AF65-F5344CB8AC3E}">
        <p14:creationId xmlns:p14="http://schemas.microsoft.com/office/powerpoint/2010/main" val="2830043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customXml" Target="../ink/ink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Att välja utbildning kan vara svårt. Vi vill göra det till ett lätt val för dig."/>
          <p:cNvSpPr txBox="1"/>
          <p:nvPr/>
        </p:nvSpPr>
        <p:spPr>
          <a:xfrm>
            <a:off x="757096" y="2000332"/>
            <a:ext cx="5930031" cy="2377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4400" dirty="0">
                <a:solidFill>
                  <a:schemeClr val="bg2">
                    <a:lumMod val="25000"/>
                  </a:schemeClr>
                </a:solidFill>
                <a:latin typeface="Avenir Next" panose="020B0503020202020204" pitchFamily="34" charset="0"/>
              </a:rPr>
              <a:t>en föreläsning om </a:t>
            </a:r>
            <a:r>
              <a:rPr lang="sv-SE" sz="4400" dirty="0">
                <a:solidFill>
                  <a:schemeClr val="accent5">
                    <a:lumMod val="50000"/>
                  </a:schemeClr>
                </a:solidFill>
                <a:latin typeface="Avenir Next Medium" panose="020B0503020202020204" pitchFamily="34" charset="0"/>
              </a:rPr>
              <a:t>rapportskrivande</a:t>
            </a:r>
            <a:r>
              <a:rPr lang="sv-SE" sz="4400" dirty="0">
                <a:solidFill>
                  <a:schemeClr val="bg2">
                    <a:lumMod val="25000"/>
                  </a:schemeClr>
                </a:solidFill>
                <a:latin typeface="Avenir Next" panose="020B0503020202020204" pitchFamily="34" charset="0"/>
              </a:rPr>
              <a:t> inom data </a:t>
            </a:r>
            <a:r>
              <a:rPr lang="sv-SE" sz="4400" dirty="0" err="1">
                <a:solidFill>
                  <a:schemeClr val="bg2">
                    <a:lumMod val="25000"/>
                  </a:schemeClr>
                </a:solidFill>
                <a:latin typeface="Avenir Next" panose="020B0503020202020204" pitchFamily="34" charset="0"/>
              </a:rPr>
              <a:t>engineering</a:t>
            </a:r>
            <a:r>
              <a:rPr lang="sv-SE" sz="4400" dirty="0">
                <a:solidFill>
                  <a:schemeClr val="bg2">
                    <a:lumMod val="25000"/>
                  </a:schemeClr>
                </a:solidFill>
                <a:latin typeface="Avenir Next" panose="020B0503020202020204" pitchFamily="34" charset="0"/>
              </a:rPr>
              <a:t> för examensarbetet 20yhp</a:t>
            </a:r>
          </a:p>
        </p:txBody>
      </p:sp>
      <p:pic>
        <p:nvPicPr>
          <p:cNvPr id="2" name="Symbol_STI-Blå.png" descr="Symbol_STI-Blå.png">
            <a:extLst>
              <a:ext uri="{FF2B5EF4-FFF2-40B4-BE49-F238E27FC236}">
                <a16:creationId xmlns:a16="http://schemas.microsoft.com/office/drawing/2014/main" id="{DB6B27A1-4B0F-B2A4-776A-9E24976B2E29}"/>
              </a:ext>
            </a:extLst>
          </p:cNvPr>
          <p:cNvPicPr>
            <a:picLocks noChangeAspect="1"/>
          </p:cNvPicPr>
          <p:nvPr/>
        </p:nvPicPr>
        <p:blipFill>
          <a:blip r:embed="rId3"/>
          <a:stretch>
            <a:fillRect/>
          </a:stretch>
        </p:blipFill>
        <p:spPr>
          <a:xfrm>
            <a:off x="762648" y="972121"/>
            <a:ext cx="517195" cy="508000"/>
          </a:xfrm>
          <a:prstGeom prst="rect">
            <a:avLst/>
          </a:prstGeom>
          <a:ln w="12700">
            <a:miter lim="400000"/>
          </a:ln>
        </p:spPr>
      </p:pic>
      <p:sp>
        <p:nvSpPr>
          <p:cNvPr id="5" name="textruta 4">
            <a:extLst>
              <a:ext uri="{FF2B5EF4-FFF2-40B4-BE49-F238E27FC236}">
                <a16:creationId xmlns:a16="http://schemas.microsoft.com/office/drawing/2014/main" id="{E6B31970-5765-1753-80EB-E932DF069989}"/>
              </a:ext>
            </a:extLst>
          </p:cNvPr>
          <p:cNvSpPr txBox="1"/>
          <p:nvPr/>
        </p:nvSpPr>
        <p:spPr>
          <a:xfrm>
            <a:off x="757097" y="4897588"/>
            <a:ext cx="2033503" cy="369332"/>
          </a:xfrm>
          <a:prstGeom prst="rect">
            <a:avLst/>
          </a:prstGeom>
          <a:noFill/>
        </p:spPr>
        <p:txBody>
          <a:bodyPr wrap="square" rtlCol="0">
            <a:spAutoFit/>
          </a:bodyPr>
          <a:lstStyle/>
          <a:p>
            <a:r>
              <a:rPr lang="sv-SE" dirty="0" err="1">
                <a:solidFill>
                  <a:schemeClr val="bg2">
                    <a:lumMod val="25000"/>
                  </a:schemeClr>
                </a:solidFill>
                <a:latin typeface="Avenir Next" panose="020B0503020202020204" pitchFamily="34" charset="0"/>
              </a:rPr>
              <a:t>kokchun</a:t>
            </a:r>
            <a:r>
              <a:rPr lang="sv-SE" dirty="0">
                <a:solidFill>
                  <a:schemeClr val="bg2">
                    <a:lumMod val="25000"/>
                  </a:schemeClr>
                </a:solidFill>
                <a:latin typeface="Avenir Next" panose="020B0503020202020204" pitchFamily="34" charset="0"/>
              </a:rPr>
              <a:t> </a:t>
            </a:r>
            <a:r>
              <a:rPr lang="sv-SE" dirty="0" err="1">
                <a:solidFill>
                  <a:schemeClr val="bg2">
                    <a:lumMod val="25000"/>
                  </a:schemeClr>
                </a:solidFill>
                <a:latin typeface="Avenir Next" panose="020B0503020202020204" pitchFamily="34" charset="0"/>
              </a:rPr>
              <a:t>giang</a:t>
            </a:r>
            <a:endParaRPr lang="sv-SE" dirty="0">
              <a:solidFill>
                <a:schemeClr val="bg2">
                  <a:lumMod val="25000"/>
                </a:schemeClr>
              </a:solidFill>
              <a:latin typeface="Avenir Next" panose="020B0503020202020204" pitchFamily="34" charset="0"/>
            </a:endParaRPr>
          </a:p>
        </p:txBody>
      </p:sp>
      <p:pic>
        <p:nvPicPr>
          <p:cNvPr id="6" name="Bildobjekt 5">
            <a:extLst>
              <a:ext uri="{FF2B5EF4-FFF2-40B4-BE49-F238E27FC236}">
                <a16:creationId xmlns:a16="http://schemas.microsoft.com/office/drawing/2014/main" id="{E0B021AA-E229-5737-ABB4-83EE58F274AD}"/>
              </a:ext>
            </a:extLst>
          </p:cNvPr>
          <p:cNvPicPr>
            <a:picLocks noChangeAspect="1"/>
          </p:cNvPicPr>
          <p:nvPr/>
        </p:nvPicPr>
        <p:blipFill>
          <a:blip r:embed="rId4">
            <a:extLst>
              <a:ext uri="{28A0092B-C50C-407E-A947-70E740481C1C}">
                <a14:useLocalDpi xmlns:a14="http://schemas.microsoft.com/office/drawing/2010/main" val="0"/>
              </a:ext>
            </a:extLst>
          </a:blip>
          <a:srcRect l="5470" r="23556"/>
          <a:stretch/>
        </p:blipFill>
        <p:spPr>
          <a:xfrm>
            <a:off x="7287491" y="0"/>
            <a:ext cx="4904509" cy="6858000"/>
          </a:xfrm>
          <a:prstGeom prst="rect">
            <a:avLst/>
          </a:prstGeom>
        </p:spPr>
      </p:pic>
    </p:spTree>
    <p:extLst>
      <p:ext uri="{BB962C8B-B14F-4D97-AF65-F5344CB8AC3E}">
        <p14:creationId xmlns:p14="http://schemas.microsoft.com/office/powerpoint/2010/main" val="1688977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CDA38ECF-B457-0385-2974-C17DD916EE8B}"/>
              </a:ext>
            </a:extLst>
          </p:cNvPr>
          <p:cNvSpPr txBox="1"/>
          <p:nvPr/>
        </p:nvSpPr>
        <p:spPr>
          <a:xfrm>
            <a:off x="819839" y="1510152"/>
            <a:ext cx="10415426" cy="508344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5400" tIns="25400" rIns="25400" bIns="25400" anchor="t">
            <a:normAutofit/>
          </a:bodyPr>
          <a:lstStyle>
            <a:lvl1pPr>
              <a:spcBef>
                <a:spcPts val="2300"/>
              </a:spcBef>
              <a:tabLst/>
              <a:defRPr sz="2300" cap="none"/>
            </a:lvl1pPr>
          </a:lstStyle>
          <a:p>
            <a:r>
              <a:rPr lang="sv-SE" sz="1600" dirty="0">
                <a:solidFill>
                  <a:schemeClr val="bg2">
                    <a:lumMod val="25000"/>
                  </a:schemeClr>
                </a:solidFill>
                <a:latin typeface="Avenir Next" panose="020B0503020202020204" pitchFamily="34" charset="0"/>
              </a:rPr>
              <a:t>I denna kurs ska den studerande planera, utföra och utvärdera ett projekt inom data </a:t>
            </a:r>
            <a:r>
              <a:rPr lang="sv-SE" sz="1600" dirty="0" err="1">
                <a:solidFill>
                  <a:schemeClr val="bg2">
                    <a:lumMod val="25000"/>
                  </a:schemeClr>
                </a:solidFill>
                <a:latin typeface="Avenir Next" panose="020B0503020202020204" pitchFamily="34" charset="0"/>
              </a:rPr>
              <a:t>engineering</a:t>
            </a:r>
            <a:r>
              <a:rPr lang="sv-SE" sz="1600" dirty="0">
                <a:solidFill>
                  <a:schemeClr val="bg2">
                    <a:lumMod val="25000"/>
                  </a:schemeClr>
                </a:solidFill>
                <a:latin typeface="Avenir Next" panose="020B0503020202020204" pitchFamily="34" charset="0"/>
              </a:rPr>
              <a:t>. Kursen</a:t>
            </a:r>
          </a:p>
          <a:p>
            <a:r>
              <a:rPr lang="sv-SE" sz="1600" dirty="0">
                <a:solidFill>
                  <a:schemeClr val="bg2">
                    <a:lumMod val="25000"/>
                  </a:schemeClr>
                </a:solidFill>
                <a:latin typeface="Avenir Next" panose="020B0503020202020204" pitchFamily="34" charset="0"/>
              </a:rPr>
              <a:t>syftar till att fördjupa den studerandes kompetens att självständigt planera, analysera, genomföra,</a:t>
            </a:r>
          </a:p>
          <a:p>
            <a:r>
              <a:rPr lang="sv-SE" sz="1600" dirty="0">
                <a:solidFill>
                  <a:schemeClr val="bg2">
                    <a:lumMod val="25000"/>
                  </a:schemeClr>
                </a:solidFill>
                <a:latin typeface="Avenir Next" panose="020B0503020202020204" pitchFamily="34" charset="0"/>
              </a:rPr>
              <a:t>presentera samt argumentera för sitt val av arbetsuppgift, metod, avgränsningar, resultat och slutsatser</a:t>
            </a:r>
          </a:p>
          <a:p>
            <a:r>
              <a:rPr lang="sv-SE" sz="1600" dirty="0">
                <a:solidFill>
                  <a:schemeClr val="bg2">
                    <a:lumMod val="25000"/>
                  </a:schemeClr>
                </a:solidFill>
                <a:latin typeface="Avenir Next" panose="020B0503020202020204" pitchFamily="34" charset="0"/>
              </a:rPr>
              <a:t>enligt uppsatt tidplan. Kursen avser att utveckla den studerandes förmåga att kritiskt granska och bedöma</a:t>
            </a:r>
          </a:p>
          <a:p>
            <a:r>
              <a:rPr lang="sv-SE" sz="1600" dirty="0">
                <a:solidFill>
                  <a:schemeClr val="bg2">
                    <a:lumMod val="25000"/>
                  </a:schemeClr>
                </a:solidFill>
                <a:latin typeface="Avenir Next" panose="020B0503020202020204" pitchFamily="34" charset="0"/>
              </a:rPr>
              <a:t>sin rapport och slutleverans samt de vetenskapliga artiklar som används inom examensarbetet. Kursen ger</a:t>
            </a:r>
          </a:p>
          <a:p>
            <a:r>
              <a:rPr lang="sv-SE" sz="1600" dirty="0">
                <a:solidFill>
                  <a:schemeClr val="bg2">
                    <a:lumMod val="25000"/>
                  </a:schemeClr>
                </a:solidFill>
                <a:latin typeface="Avenir Next" panose="020B0503020202020204" pitchFamily="34" charset="0"/>
              </a:rPr>
              <a:t>den studerande en teoretisk och praktisk fördjupning inom data </a:t>
            </a:r>
            <a:r>
              <a:rPr lang="sv-SE" sz="1600" dirty="0" err="1">
                <a:solidFill>
                  <a:schemeClr val="bg2">
                    <a:lumMod val="25000"/>
                  </a:schemeClr>
                </a:solidFill>
                <a:latin typeface="Avenir Next" panose="020B0503020202020204" pitchFamily="34" charset="0"/>
              </a:rPr>
              <a:t>engineering</a:t>
            </a:r>
            <a:r>
              <a:rPr lang="sv-SE" sz="1600" dirty="0">
                <a:solidFill>
                  <a:schemeClr val="bg2">
                    <a:lumMod val="25000"/>
                  </a:schemeClr>
                </a:solidFill>
                <a:latin typeface="Avenir Next" panose="020B0503020202020204" pitchFamily="34" charset="0"/>
              </a:rPr>
              <a:t>.</a:t>
            </a:r>
          </a:p>
          <a:p>
            <a:r>
              <a:rPr lang="sv-SE" sz="1600" dirty="0">
                <a:solidFill>
                  <a:schemeClr val="bg2">
                    <a:lumMod val="25000"/>
                  </a:schemeClr>
                </a:solidFill>
                <a:latin typeface="Avenir Next" panose="020B0503020202020204" pitchFamily="34" charset="0"/>
              </a:rPr>
              <a:t>Målet är att leveransen ska vara en färdigutvecklad funktion inom data </a:t>
            </a:r>
            <a:r>
              <a:rPr lang="sv-SE" sz="1600" dirty="0" err="1">
                <a:solidFill>
                  <a:schemeClr val="bg2">
                    <a:lumMod val="25000"/>
                  </a:schemeClr>
                </a:solidFill>
                <a:latin typeface="Avenir Next" panose="020B0503020202020204" pitchFamily="34" charset="0"/>
              </a:rPr>
              <a:t>engineering</a:t>
            </a:r>
            <a:r>
              <a:rPr lang="sv-SE" sz="1600" dirty="0">
                <a:solidFill>
                  <a:schemeClr val="bg2">
                    <a:lumMod val="25000"/>
                  </a:schemeClr>
                </a:solidFill>
                <a:latin typeface="Avenir Next" panose="020B0503020202020204" pitchFamily="34" charset="0"/>
              </a:rPr>
              <a:t>, en empirisk studie,</a:t>
            </a:r>
          </a:p>
          <a:p>
            <a:r>
              <a:rPr lang="sv-SE" sz="1600" dirty="0">
                <a:solidFill>
                  <a:schemeClr val="bg2">
                    <a:lumMod val="25000"/>
                  </a:schemeClr>
                </a:solidFill>
                <a:latin typeface="Avenir Next" panose="020B0503020202020204" pitchFamily="34" charset="0"/>
              </a:rPr>
              <a:t>med, för utbildningen, relevant teknik för ett givet ändamål enligt kravspecifikation samt att de studerande</a:t>
            </a:r>
          </a:p>
          <a:p>
            <a:r>
              <a:rPr lang="sv-SE" sz="1600" dirty="0">
                <a:solidFill>
                  <a:schemeClr val="bg2">
                    <a:lumMod val="25000"/>
                  </a:schemeClr>
                </a:solidFill>
                <a:latin typeface="Avenir Next" panose="020B0503020202020204" pitchFamily="34" charset="0"/>
              </a:rPr>
              <a:t>självständigt ska driva ett projekt från planering till slutförande och presentation.</a:t>
            </a:r>
          </a:p>
          <a:p>
            <a:endParaRPr lang="sv-SE" sz="1200" dirty="0">
              <a:solidFill>
                <a:schemeClr val="bg2">
                  <a:lumMod val="25000"/>
                </a:schemeClr>
              </a:solidFill>
              <a:latin typeface="Avenir Next" panose="020B0503020202020204" pitchFamily="34" charset="0"/>
              <a:ea typeface="Lato" panose="020F0502020204030203" pitchFamily="34" charset="0"/>
              <a:cs typeface="Lato" panose="020F0502020204030203" pitchFamily="34" charset="0"/>
            </a:endParaRPr>
          </a:p>
        </p:txBody>
      </p:sp>
      <p:sp>
        <p:nvSpPr>
          <p:cNvPr id="4" name="Att välja utbildning kan vara svårt. Vi vill göra det till ett lätt val för dig.">
            <a:extLst>
              <a:ext uri="{FF2B5EF4-FFF2-40B4-BE49-F238E27FC236}">
                <a16:creationId xmlns:a16="http://schemas.microsoft.com/office/drawing/2014/main" id="{BF70EE8E-6B37-5D6D-120C-5F1FCB455658}"/>
              </a:ext>
            </a:extLst>
          </p:cNvPr>
          <p:cNvSpPr txBox="1"/>
          <p:nvPr/>
        </p:nvSpPr>
        <p:spPr>
          <a:xfrm>
            <a:off x="819839" y="538185"/>
            <a:ext cx="9072305" cy="767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4000" dirty="0">
                <a:solidFill>
                  <a:schemeClr val="bg2">
                    <a:lumMod val="50000"/>
                  </a:schemeClr>
                </a:solidFill>
                <a:latin typeface="Avenir Next" panose="020B0503020202020204" pitchFamily="34" charset="0"/>
              </a:rPr>
              <a:t>innehållet i examensarbetets </a:t>
            </a:r>
            <a:r>
              <a:rPr lang="sv-SE" sz="4000" dirty="0">
                <a:solidFill>
                  <a:schemeClr val="accent5">
                    <a:lumMod val="50000"/>
                  </a:schemeClr>
                </a:solidFill>
                <a:latin typeface="Avenir Next Medium" panose="020B0503020202020204" pitchFamily="34" charset="0"/>
              </a:rPr>
              <a:t>kursplan</a:t>
            </a:r>
            <a:endParaRPr lang="sv-SE" sz="4000" dirty="0">
              <a:solidFill>
                <a:schemeClr val="bg2">
                  <a:lumMod val="25000"/>
                </a:schemeClr>
              </a:solidFill>
              <a:latin typeface="Avenir Next" panose="020B0503020202020204" pitchFamily="34" charset="0"/>
            </a:endParaRPr>
          </a:p>
        </p:txBody>
      </p:sp>
      <p:pic>
        <p:nvPicPr>
          <p:cNvPr id="5" name="Symbol_STI-Blå.png" descr="Symbol_STI-Blå.png">
            <a:extLst>
              <a:ext uri="{FF2B5EF4-FFF2-40B4-BE49-F238E27FC236}">
                <a16:creationId xmlns:a16="http://schemas.microsoft.com/office/drawing/2014/main" id="{ED6F56C3-58EB-4C8D-D0D9-CFDFD65C848D}"/>
              </a:ext>
            </a:extLst>
          </p:cNvPr>
          <p:cNvPicPr>
            <a:picLocks noChangeAspect="1"/>
          </p:cNvPicPr>
          <p:nvPr/>
        </p:nvPicPr>
        <p:blipFill>
          <a:blip r:embed="rId3"/>
          <a:stretch>
            <a:fillRect/>
          </a:stretch>
        </p:blipFill>
        <p:spPr>
          <a:xfrm>
            <a:off x="10854965" y="667793"/>
            <a:ext cx="517195" cy="508000"/>
          </a:xfrm>
          <a:prstGeom prst="rect">
            <a:avLst/>
          </a:prstGeom>
          <a:ln w="12700">
            <a:miter lim="400000"/>
          </a:ln>
        </p:spPr>
      </p:pic>
    </p:spTree>
    <p:extLst>
      <p:ext uri="{BB962C8B-B14F-4D97-AF65-F5344CB8AC3E}">
        <p14:creationId xmlns:p14="http://schemas.microsoft.com/office/powerpoint/2010/main" val="4039272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608BF-5E9D-1FFC-68A9-6E5065AA4B17}"/>
            </a:ext>
          </a:extLst>
        </p:cNvPr>
        <p:cNvGrpSpPr/>
        <p:nvPr/>
      </p:nvGrpSpPr>
      <p:grpSpPr>
        <a:xfrm>
          <a:off x="0" y="0"/>
          <a:ext cx="0" cy="0"/>
          <a:chOff x="0" y="0"/>
          <a:chExt cx="0" cy="0"/>
        </a:xfrm>
      </p:grpSpPr>
      <p:sp>
        <p:nvSpPr>
          <p:cNvPr id="3"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D6849E58-67CE-85FC-516B-2C8EF5E63596}"/>
              </a:ext>
            </a:extLst>
          </p:cNvPr>
          <p:cNvSpPr txBox="1"/>
          <p:nvPr/>
        </p:nvSpPr>
        <p:spPr>
          <a:xfrm>
            <a:off x="819839" y="1510152"/>
            <a:ext cx="10415426" cy="508344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5400" tIns="25400" rIns="25400" bIns="25400" anchor="t">
            <a:normAutofit/>
          </a:bodyPr>
          <a:lstStyle>
            <a:lvl1pPr>
              <a:spcBef>
                <a:spcPts val="2300"/>
              </a:spcBef>
              <a:tabLst/>
              <a:defRPr sz="2300" cap="none"/>
            </a:lvl1pPr>
          </a:lstStyle>
          <a:p>
            <a:r>
              <a:rPr lang="sv-SE" sz="1600" dirty="0">
                <a:solidFill>
                  <a:schemeClr val="bg2">
                    <a:lumMod val="75000"/>
                  </a:schemeClr>
                </a:solidFill>
                <a:latin typeface="Avenir Next" panose="020B0503020202020204" pitchFamily="34" charset="0"/>
              </a:rPr>
              <a:t>I denna kurs ska den studerande planera, utföra och utvärdera ett projekt inom data </a:t>
            </a:r>
            <a:r>
              <a:rPr lang="sv-SE" sz="1600" dirty="0" err="1">
                <a:solidFill>
                  <a:schemeClr val="bg2">
                    <a:lumMod val="75000"/>
                  </a:schemeClr>
                </a:solidFill>
                <a:latin typeface="Avenir Next" panose="020B0503020202020204" pitchFamily="34" charset="0"/>
              </a:rPr>
              <a:t>engineering</a:t>
            </a:r>
            <a:r>
              <a:rPr lang="sv-SE" sz="1600" dirty="0">
                <a:solidFill>
                  <a:schemeClr val="bg2">
                    <a:lumMod val="75000"/>
                  </a:schemeClr>
                </a:solidFill>
                <a:latin typeface="Avenir Next" panose="020B0503020202020204" pitchFamily="34" charset="0"/>
              </a:rPr>
              <a:t>. Kursen</a:t>
            </a:r>
          </a:p>
          <a:p>
            <a:r>
              <a:rPr lang="sv-SE" sz="1600" dirty="0">
                <a:solidFill>
                  <a:schemeClr val="bg2">
                    <a:lumMod val="75000"/>
                  </a:schemeClr>
                </a:solidFill>
                <a:latin typeface="Avenir Next" panose="020B0503020202020204" pitchFamily="34" charset="0"/>
              </a:rPr>
              <a:t>syftar till att fördjupa den studerandes kompetens att självständigt planera, analysera, genomföra,</a:t>
            </a:r>
          </a:p>
          <a:p>
            <a:r>
              <a:rPr lang="sv-SE" sz="1600" dirty="0">
                <a:solidFill>
                  <a:schemeClr val="bg2">
                    <a:lumMod val="75000"/>
                  </a:schemeClr>
                </a:solidFill>
                <a:latin typeface="Avenir Next" panose="020B0503020202020204" pitchFamily="34" charset="0"/>
              </a:rPr>
              <a:t>presentera samt </a:t>
            </a:r>
            <a:r>
              <a:rPr lang="sv-SE" sz="1600" b="1" dirty="0">
                <a:solidFill>
                  <a:srgbClr val="1A4164"/>
                </a:solidFill>
                <a:latin typeface="Avenir Next" panose="020B0503020202020204" pitchFamily="34" charset="0"/>
              </a:rPr>
              <a:t>argumentera </a:t>
            </a:r>
            <a:r>
              <a:rPr lang="sv-SE" sz="1600" dirty="0">
                <a:solidFill>
                  <a:srgbClr val="1A4164"/>
                </a:solidFill>
                <a:latin typeface="Avenir Next" panose="020B0503020202020204" pitchFamily="34" charset="0"/>
              </a:rPr>
              <a:t>för sitt</a:t>
            </a:r>
            <a:r>
              <a:rPr lang="sv-SE" sz="1600" b="1" dirty="0">
                <a:solidFill>
                  <a:srgbClr val="1A4164"/>
                </a:solidFill>
                <a:latin typeface="Avenir Next" panose="020B0503020202020204" pitchFamily="34" charset="0"/>
              </a:rPr>
              <a:t> val av arbetsuppgift, metod, avgränsningar, resultat </a:t>
            </a:r>
            <a:r>
              <a:rPr lang="sv-SE" sz="1600" dirty="0">
                <a:solidFill>
                  <a:srgbClr val="1A4164"/>
                </a:solidFill>
                <a:latin typeface="Avenir Next" panose="020B0503020202020204" pitchFamily="34" charset="0"/>
              </a:rPr>
              <a:t>och</a:t>
            </a:r>
            <a:r>
              <a:rPr lang="sv-SE" sz="1600" b="1" dirty="0">
                <a:solidFill>
                  <a:srgbClr val="1A4164"/>
                </a:solidFill>
                <a:latin typeface="Avenir Next" panose="020B0503020202020204" pitchFamily="34" charset="0"/>
              </a:rPr>
              <a:t> slutsatser</a:t>
            </a:r>
          </a:p>
          <a:p>
            <a:r>
              <a:rPr lang="sv-SE" sz="1600" dirty="0">
                <a:solidFill>
                  <a:schemeClr val="bg2">
                    <a:lumMod val="75000"/>
                  </a:schemeClr>
                </a:solidFill>
                <a:latin typeface="Avenir Next" panose="020B0503020202020204" pitchFamily="34" charset="0"/>
              </a:rPr>
              <a:t>enligt uppsatt tidplan. Kursen avser att utveckla den studerandes förmåga att </a:t>
            </a:r>
            <a:r>
              <a:rPr lang="sv-SE" sz="1600" dirty="0">
                <a:solidFill>
                  <a:srgbClr val="1A4164"/>
                </a:solidFill>
                <a:latin typeface="Avenir Next" panose="020B0503020202020204" pitchFamily="34" charset="0"/>
              </a:rPr>
              <a:t>kritiskt granska och bedöma</a:t>
            </a:r>
          </a:p>
          <a:p>
            <a:r>
              <a:rPr lang="sv-SE" sz="1600" dirty="0">
                <a:solidFill>
                  <a:srgbClr val="1A4164"/>
                </a:solidFill>
                <a:latin typeface="Avenir Next" panose="020B0503020202020204" pitchFamily="34" charset="0"/>
              </a:rPr>
              <a:t>sin </a:t>
            </a:r>
            <a:r>
              <a:rPr lang="sv-SE" sz="1600" b="1" dirty="0">
                <a:solidFill>
                  <a:srgbClr val="1A4164"/>
                </a:solidFill>
                <a:latin typeface="Avenir Next" panose="020B0503020202020204" pitchFamily="34" charset="0"/>
              </a:rPr>
              <a:t>rapport</a:t>
            </a:r>
            <a:r>
              <a:rPr lang="sv-SE" sz="1600" dirty="0">
                <a:solidFill>
                  <a:srgbClr val="1A4164"/>
                </a:solidFill>
                <a:latin typeface="Avenir Next" panose="020B0503020202020204" pitchFamily="34" charset="0"/>
              </a:rPr>
              <a:t> och slutleverans samt de vetenskapliga artiklar som används inom examensarbetet</a:t>
            </a:r>
            <a:r>
              <a:rPr lang="sv-SE" sz="1600" dirty="0">
                <a:solidFill>
                  <a:schemeClr val="bg2">
                    <a:lumMod val="75000"/>
                  </a:schemeClr>
                </a:solidFill>
                <a:latin typeface="Avenir Next" panose="020B0503020202020204" pitchFamily="34" charset="0"/>
              </a:rPr>
              <a:t>. Kursen ger</a:t>
            </a:r>
          </a:p>
          <a:p>
            <a:r>
              <a:rPr lang="sv-SE" sz="1600" dirty="0">
                <a:solidFill>
                  <a:schemeClr val="bg2">
                    <a:lumMod val="75000"/>
                  </a:schemeClr>
                </a:solidFill>
                <a:latin typeface="Avenir Next" panose="020B0503020202020204" pitchFamily="34" charset="0"/>
              </a:rPr>
              <a:t>den studerande en teoretisk och praktisk fördjupning inom data </a:t>
            </a:r>
            <a:r>
              <a:rPr lang="sv-SE" sz="1600" dirty="0" err="1">
                <a:solidFill>
                  <a:schemeClr val="bg2">
                    <a:lumMod val="75000"/>
                  </a:schemeClr>
                </a:solidFill>
                <a:latin typeface="Avenir Next" panose="020B0503020202020204" pitchFamily="34" charset="0"/>
              </a:rPr>
              <a:t>engineering</a:t>
            </a:r>
            <a:r>
              <a:rPr lang="sv-SE" sz="1600" dirty="0">
                <a:solidFill>
                  <a:schemeClr val="bg2">
                    <a:lumMod val="75000"/>
                  </a:schemeClr>
                </a:solidFill>
                <a:latin typeface="Avenir Next" panose="020B0503020202020204" pitchFamily="34" charset="0"/>
              </a:rPr>
              <a:t>.</a:t>
            </a:r>
          </a:p>
          <a:p>
            <a:r>
              <a:rPr lang="sv-SE" sz="1600" dirty="0">
                <a:solidFill>
                  <a:schemeClr val="bg2">
                    <a:lumMod val="75000"/>
                  </a:schemeClr>
                </a:solidFill>
                <a:latin typeface="Avenir Next" panose="020B0503020202020204" pitchFamily="34" charset="0"/>
              </a:rPr>
              <a:t>Målet är att leveransen ska vara en färdigutvecklad funktion inom data </a:t>
            </a:r>
            <a:r>
              <a:rPr lang="sv-SE" sz="1600" dirty="0" err="1">
                <a:solidFill>
                  <a:schemeClr val="bg2">
                    <a:lumMod val="75000"/>
                  </a:schemeClr>
                </a:solidFill>
                <a:latin typeface="Avenir Next" panose="020B0503020202020204" pitchFamily="34" charset="0"/>
              </a:rPr>
              <a:t>engineering</a:t>
            </a:r>
            <a:r>
              <a:rPr lang="sv-SE" sz="1600" dirty="0">
                <a:solidFill>
                  <a:schemeClr val="bg2">
                    <a:lumMod val="75000"/>
                  </a:schemeClr>
                </a:solidFill>
                <a:latin typeface="Avenir Next" panose="020B0503020202020204" pitchFamily="34" charset="0"/>
              </a:rPr>
              <a:t>, en empirisk studie,</a:t>
            </a:r>
          </a:p>
          <a:p>
            <a:r>
              <a:rPr lang="sv-SE" sz="1600" dirty="0">
                <a:solidFill>
                  <a:schemeClr val="bg2">
                    <a:lumMod val="75000"/>
                  </a:schemeClr>
                </a:solidFill>
                <a:latin typeface="Avenir Next" panose="020B0503020202020204" pitchFamily="34" charset="0"/>
              </a:rPr>
              <a:t>med, för utbildningen, relevant teknik för ett givet ändamål enligt kravspecifikation samt att de studerande</a:t>
            </a:r>
          </a:p>
          <a:p>
            <a:r>
              <a:rPr lang="sv-SE" sz="1600" dirty="0">
                <a:solidFill>
                  <a:schemeClr val="bg2">
                    <a:lumMod val="75000"/>
                  </a:schemeClr>
                </a:solidFill>
                <a:latin typeface="Avenir Next" panose="020B0503020202020204" pitchFamily="34" charset="0"/>
              </a:rPr>
              <a:t>självständigt ska driva ett projekt från planering till slutförande och presentation.</a:t>
            </a:r>
          </a:p>
          <a:p>
            <a:endParaRPr lang="sv-SE" sz="1200" dirty="0">
              <a:solidFill>
                <a:schemeClr val="bg2">
                  <a:lumMod val="10000"/>
                </a:schemeClr>
              </a:solidFill>
              <a:latin typeface="Avenir Next" panose="020B0503020202020204" pitchFamily="34" charset="0"/>
              <a:ea typeface="Lato" panose="020F0502020204030203" pitchFamily="34" charset="0"/>
              <a:cs typeface="Lato" panose="020F0502020204030203" pitchFamily="34" charset="0"/>
            </a:endParaRPr>
          </a:p>
        </p:txBody>
      </p:sp>
      <p:sp>
        <p:nvSpPr>
          <p:cNvPr id="4" name="Att välja utbildning kan vara svårt. Vi vill göra det till ett lätt val för dig.">
            <a:extLst>
              <a:ext uri="{FF2B5EF4-FFF2-40B4-BE49-F238E27FC236}">
                <a16:creationId xmlns:a16="http://schemas.microsoft.com/office/drawing/2014/main" id="{EEAF181F-AAC2-794F-0162-B6FA5FEEF52A}"/>
              </a:ext>
            </a:extLst>
          </p:cNvPr>
          <p:cNvSpPr txBox="1"/>
          <p:nvPr/>
        </p:nvSpPr>
        <p:spPr>
          <a:xfrm>
            <a:off x="819839" y="538185"/>
            <a:ext cx="9072305" cy="767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4000" dirty="0">
                <a:solidFill>
                  <a:schemeClr val="bg2">
                    <a:lumMod val="50000"/>
                  </a:schemeClr>
                </a:solidFill>
                <a:latin typeface="Avenir Next" panose="020B0503020202020204" pitchFamily="34" charset="0"/>
              </a:rPr>
              <a:t>innehållet i examensarbetets </a:t>
            </a:r>
            <a:r>
              <a:rPr lang="sv-SE" sz="4000" dirty="0">
                <a:solidFill>
                  <a:schemeClr val="accent5">
                    <a:lumMod val="50000"/>
                  </a:schemeClr>
                </a:solidFill>
                <a:latin typeface="Avenir Next Medium" panose="020B0503020202020204" pitchFamily="34" charset="0"/>
              </a:rPr>
              <a:t>kursplan</a:t>
            </a:r>
            <a:endParaRPr lang="sv-SE" sz="4000" dirty="0">
              <a:solidFill>
                <a:schemeClr val="bg2">
                  <a:lumMod val="25000"/>
                </a:schemeClr>
              </a:solidFill>
              <a:latin typeface="Avenir Next" panose="020B0503020202020204" pitchFamily="34" charset="0"/>
            </a:endParaRPr>
          </a:p>
        </p:txBody>
      </p:sp>
      <p:pic>
        <p:nvPicPr>
          <p:cNvPr id="5" name="Symbol_STI-Blå.png" descr="Symbol_STI-Blå.png">
            <a:extLst>
              <a:ext uri="{FF2B5EF4-FFF2-40B4-BE49-F238E27FC236}">
                <a16:creationId xmlns:a16="http://schemas.microsoft.com/office/drawing/2014/main" id="{3F2BB814-8F94-44C7-E548-A406DABE69AF}"/>
              </a:ext>
            </a:extLst>
          </p:cNvPr>
          <p:cNvPicPr>
            <a:picLocks noChangeAspect="1"/>
          </p:cNvPicPr>
          <p:nvPr/>
        </p:nvPicPr>
        <p:blipFill>
          <a:blip r:embed="rId3"/>
          <a:stretch>
            <a:fillRect/>
          </a:stretch>
        </p:blipFill>
        <p:spPr>
          <a:xfrm>
            <a:off x="10854965" y="667793"/>
            <a:ext cx="517195" cy="508000"/>
          </a:xfrm>
          <a:prstGeom prst="rect">
            <a:avLst/>
          </a:prstGeom>
          <a:ln w="12700">
            <a:miter lim="400000"/>
          </a:ln>
        </p:spPr>
      </p:pic>
    </p:spTree>
    <p:extLst>
      <p:ext uri="{BB962C8B-B14F-4D97-AF65-F5344CB8AC3E}">
        <p14:creationId xmlns:p14="http://schemas.microsoft.com/office/powerpoint/2010/main" val="2596772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tt välja utbildning kan vara svårt. Vi vill göra det till ett lätt val för dig.">
            <a:extLst>
              <a:ext uri="{FF2B5EF4-FFF2-40B4-BE49-F238E27FC236}">
                <a16:creationId xmlns:a16="http://schemas.microsoft.com/office/drawing/2014/main" id="{03CF91A5-FA54-1DCC-D6A2-70ED77E9DD75}"/>
              </a:ext>
            </a:extLst>
          </p:cNvPr>
          <p:cNvSpPr txBox="1"/>
          <p:nvPr/>
        </p:nvSpPr>
        <p:spPr>
          <a:xfrm>
            <a:off x="819840" y="538185"/>
            <a:ext cx="5139810" cy="767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4000" dirty="0">
                <a:solidFill>
                  <a:srgbClr val="1A4164"/>
                </a:solidFill>
                <a:latin typeface="Avenir Next Medium" panose="020B0503020202020204" pitchFamily="34" charset="0"/>
              </a:rPr>
              <a:t>rapporten</a:t>
            </a:r>
            <a:r>
              <a:rPr lang="sv-SE" sz="4000" dirty="0">
                <a:solidFill>
                  <a:schemeClr val="bg2">
                    <a:lumMod val="50000"/>
                  </a:schemeClr>
                </a:solidFill>
                <a:latin typeface="Avenir Next" panose="020B0503020202020204" pitchFamily="34" charset="0"/>
              </a:rPr>
              <a:t> består av  </a:t>
            </a:r>
          </a:p>
        </p:txBody>
      </p:sp>
      <p:grpSp>
        <p:nvGrpSpPr>
          <p:cNvPr id="27" name="Grupp 26">
            <a:extLst>
              <a:ext uri="{FF2B5EF4-FFF2-40B4-BE49-F238E27FC236}">
                <a16:creationId xmlns:a16="http://schemas.microsoft.com/office/drawing/2014/main" id="{4BA6FFFC-8396-6CD5-D096-4EC78410AA25}"/>
              </a:ext>
            </a:extLst>
          </p:cNvPr>
          <p:cNvGrpSpPr/>
          <p:nvPr/>
        </p:nvGrpSpPr>
        <p:grpSpPr>
          <a:xfrm>
            <a:off x="891535" y="1856509"/>
            <a:ext cx="1066575" cy="1443182"/>
            <a:chOff x="826880" y="1801090"/>
            <a:chExt cx="1066575" cy="1443182"/>
          </a:xfrm>
        </p:grpSpPr>
        <p:sp>
          <p:nvSpPr>
            <p:cNvPr id="2" name="Rektangel med klippt hörn 1">
              <a:extLst>
                <a:ext uri="{FF2B5EF4-FFF2-40B4-BE49-F238E27FC236}">
                  <a16:creationId xmlns:a16="http://schemas.microsoft.com/office/drawing/2014/main" id="{B0C37B59-EA94-C767-5D5F-69B62EF972DB}"/>
                </a:ext>
              </a:extLst>
            </p:cNvPr>
            <p:cNvSpPr/>
            <p:nvPr/>
          </p:nvSpPr>
          <p:spPr>
            <a:xfrm>
              <a:off x="826880" y="1801090"/>
              <a:ext cx="1066575" cy="1443182"/>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10" name="Att välja utbildning kan vara svårt. Vi vill göra det till ett lätt val för dig.">
              <a:extLst>
                <a:ext uri="{FF2B5EF4-FFF2-40B4-BE49-F238E27FC236}">
                  <a16:creationId xmlns:a16="http://schemas.microsoft.com/office/drawing/2014/main" id="{14F6D685-0A57-4126-34AC-1F59236B7BF4}"/>
                </a:ext>
              </a:extLst>
            </p:cNvPr>
            <p:cNvSpPr txBox="1"/>
            <p:nvPr/>
          </p:nvSpPr>
          <p:spPr>
            <a:xfrm>
              <a:off x="929926" y="2360254"/>
              <a:ext cx="828297" cy="3248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förstasida</a:t>
              </a:r>
            </a:p>
          </p:txBody>
        </p:sp>
      </p:grpSp>
      <p:grpSp>
        <p:nvGrpSpPr>
          <p:cNvPr id="25" name="Grupp 24">
            <a:extLst>
              <a:ext uri="{FF2B5EF4-FFF2-40B4-BE49-F238E27FC236}">
                <a16:creationId xmlns:a16="http://schemas.microsoft.com/office/drawing/2014/main" id="{CE9A1BC3-88D3-34A1-C65A-E0943CF565A1}"/>
              </a:ext>
            </a:extLst>
          </p:cNvPr>
          <p:cNvGrpSpPr/>
          <p:nvPr/>
        </p:nvGrpSpPr>
        <p:grpSpPr>
          <a:xfrm>
            <a:off x="4401353" y="1856509"/>
            <a:ext cx="1066575" cy="1443182"/>
            <a:chOff x="4336698" y="1801090"/>
            <a:chExt cx="1066575" cy="1443182"/>
          </a:xfrm>
        </p:grpSpPr>
        <p:sp>
          <p:nvSpPr>
            <p:cNvPr id="4" name="Rektangel med klippt hörn 3">
              <a:extLst>
                <a:ext uri="{FF2B5EF4-FFF2-40B4-BE49-F238E27FC236}">
                  <a16:creationId xmlns:a16="http://schemas.microsoft.com/office/drawing/2014/main" id="{BA6EC2F2-F511-B689-1AC3-3224B965C479}"/>
                </a:ext>
              </a:extLst>
            </p:cNvPr>
            <p:cNvSpPr/>
            <p:nvPr/>
          </p:nvSpPr>
          <p:spPr>
            <a:xfrm>
              <a:off x="4336698" y="1801090"/>
              <a:ext cx="1066575" cy="1443182"/>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solidFill>
                  <a:schemeClr val="bg2">
                    <a:lumMod val="25000"/>
                  </a:schemeClr>
                </a:solidFill>
                <a:latin typeface="Avenir Book" panose="02000503020000020003" pitchFamily="2" charset="0"/>
              </a:endParaRPr>
            </a:p>
          </p:txBody>
        </p:sp>
        <p:sp>
          <p:nvSpPr>
            <p:cNvPr id="11" name="Att välja utbildning kan vara svårt. Vi vill göra det till ett lätt val för dig.">
              <a:extLst>
                <a:ext uri="{FF2B5EF4-FFF2-40B4-BE49-F238E27FC236}">
                  <a16:creationId xmlns:a16="http://schemas.microsoft.com/office/drawing/2014/main" id="{00DF18A2-1DF4-D206-D30E-728AFA99E0AE}"/>
                </a:ext>
              </a:extLst>
            </p:cNvPr>
            <p:cNvSpPr txBox="1"/>
            <p:nvPr/>
          </p:nvSpPr>
          <p:spPr>
            <a:xfrm>
              <a:off x="4431484" y="2360254"/>
              <a:ext cx="759352" cy="3248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100" dirty="0">
                  <a:solidFill>
                    <a:schemeClr val="bg2">
                      <a:lumMod val="25000"/>
                    </a:schemeClr>
                  </a:solidFill>
                  <a:latin typeface="Avenir Next" panose="020B0503020202020204" pitchFamily="34" charset="0"/>
                </a:rPr>
                <a:t>innehållsförteckning</a:t>
              </a:r>
              <a:endParaRPr lang="sv-SE" sz="1050" dirty="0">
                <a:solidFill>
                  <a:schemeClr val="bg2">
                    <a:lumMod val="25000"/>
                  </a:schemeClr>
                </a:solidFill>
                <a:latin typeface="Avenir Next" panose="020B0503020202020204" pitchFamily="34" charset="0"/>
              </a:endParaRPr>
            </a:p>
          </p:txBody>
        </p:sp>
      </p:grpSp>
      <p:grpSp>
        <p:nvGrpSpPr>
          <p:cNvPr id="26" name="Grupp 25">
            <a:extLst>
              <a:ext uri="{FF2B5EF4-FFF2-40B4-BE49-F238E27FC236}">
                <a16:creationId xmlns:a16="http://schemas.microsoft.com/office/drawing/2014/main" id="{410ADEEE-8B2E-BB1D-6219-75B3C4249D9F}"/>
              </a:ext>
            </a:extLst>
          </p:cNvPr>
          <p:cNvGrpSpPr/>
          <p:nvPr/>
        </p:nvGrpSpPr>
        <p:grpSpPr>
          <a:xfrm>
            <a:off x="2609499" y="1856509"/>
            <a:ext cx="1066575" cy="1443182"/>
            <a:chOff x="2544844" y="1801090"/>
            <a:chExt cx="1066575" cy="1443182"/>
          </a:xfrm>
        </p:grpSpPr>
        <p:sp>
          <p:nvSpPr>
            <p:cNvPr id="3" name="Rektangel med klippt hörn 2">
              <a:extLst>
                <a:ext uri="{FF2B5EF4-FFF2-40B4-BE49-F238E27FC236}">
                  <a16:creationId xmlns:a16="http://schemas.microsoft.com/office/drawing/2014/main" id="{8A3F75DB-AB20-48CA-3716-A210A9778002}"/>
                </a:ext>
              </a:extLst>
            </p:cNvPr>
            <p:cNvSpPr/>
            <p:nvPr/>
          </p:nvSpPr>
          <p:spPr>
            <a:xfrm>
              <a:off x="2544844" y="1801090"/>
              <a:ext cx="1066575" cy="1443182"/>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12" name="Att välja utbildning kan vara svårt. Vi vill göra det till ett lätt val för dig.">
              <a:extLst>
                <a:ext uri="{FF2B5EF4-FFF2-40B4-BE49-F238E27FC236}">
                  <a16:creationId xmlns:a16="http://schemas.microsoft.com/office/drawing/2014/main" id="{3B4F1929-1310-B0C7-A48A-CE55843370E8}"/>
                </a:ext>
              </a:extLst>
            </p:cNvPr>
            <p:cNvSpPr txBox="1"/>
            <p:nvPr/>
          </p:nvSpPr>
          <p:spPr>
            <a:xfrm>
              <a:off x="2648185" y="2136090"/>
              <a:ext cx="676905" cy="7731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sammanfattning</a:t>
              </a:r>
            </a:p>
          </p:txBody>
        </p:sp>
      </p:grpSp>
      <p:grpSp>
        <p:nvGrpSpPr>
          <p:cNvPr id="24" name="Grupp 23">
            <a:extLst>
              <a:ext uri="{FF2B5EF4-FFF2-40B4-BE49-F238E27FC236}">
                <a16:creationId xmlns:a16="http://schemas.microsoft.com/office/drawing/2014/main" id="{476084A6-0EF5-6075-78FE-DBEE113C932F}"/>
              </a:ext>
            </a:extLst>
          </p:cNvPr>
          <p:cNvGrpSpPr/>
          <p:nvPr/>
        </p:nvGrpSpPr>
        <p:grpSpPr>
          <a:xfrm>
            <a:off x="6154448" y="1856509"/>
            <a:ext cx="1066575" cy="1443182"/>
            <a:chOff x="6089793" y="1801090"/>
            <a:chExt cx="1066575" cy="1443182"/>
          </a:xfrm>
        </p:grpSpPr>
        <p:sp>
          <p:nvSpPr>
            <p:cNvPr id="5" name="Rektangel med klippt hörn 4">
              <a:extLst>
                <a:ext uri="{FF2B5EF4-FFF2-40B4-BE49-F238E27FC236}">
                  <a16:creationId xmlns:a16="http://schemas.microsoft.com/office/drawing/2014/main" id="{2052C5B0-02DE-C6AD-B665-19466B15E3E1}"/>
                </a:ext>
              </a:extLst>
            </p:cNvPr>
            <p:cNvSpPr/>
            <p:nvPr/>
          </p:nvSpPr>
          <p:spPr>
            <a:xfrm>
              <a:off x="6089793" y="1801090"/>
              <a:ext cx="1066575" cy="1443182"/>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13" name="Att välja utbildning kan vara svårt. Vi vill göra det till ett lätt val för dig.">
              <a:extLst>
                <a:ext uri="{FF2B5EF4-FFF2-40B4-BE49-F238E27FC236}">
                  <a16:creationId xmlns:a16="http://schemas.microsoft.com/office/drawing/2014/main" id="{D191EB9D-F83C-A07A-ED6B-861D17B7412A}"/>
                </a:ext>
              </a:extLst>
            </p:cNvPr>
            <p:cNvSpPr txBox="1"/>
            <p:nvPr/>
          </p:nvSpPr>
          <p:spPr>
            <a:xfrm>
              <a:off x="6243404" y="2360254"/>
              <a:ext cx="759352" cy="3248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om projektet</a:t>
              </a:r>
            </a:p>
          </p:txBody>
        </p:sp>
      </p:grpSp>
      <p:grpSp>
        <p:nvGrpSpPr>
          <p:cNvPr id="20" name="Grupp 19">
            <a:extLst>
              <a:ext uri="{FF2B5EF4-FFF2-40B4-BE49-F238E27FC236}">
                <a16:creationId xmlns:a16="http://schemas.microsoft.com/office/drawing/2014/main" id="{9661FE47-8277-3BE4-7232-1CE6A97B69D4}"/>
              </a:ext>
            </a:extLst>
          </p:cNvPr>
          <p:cNvGrpSpPr/>
          <p:nvPr/>
        </p:nvGrpSpPr>
        <p:grpSpPr>
          <a:xfrm>
            <a:off x="7907543" y="1856509"/>
            <a:ext cx="1132677" cy="1443182"/>
            <a:chOff x="826880" y="3842326"/>
            <a:chExt cx="1132677" cy="1443182"/>
          </a:xfrm>
        </p:grpSpPr>
        <p:sp>
          <p:nvSpPr>
            <p:cNvPr id="9" name="Rektangel med klippt hörn 8">
              <a:extLst>
                <a:ext uri="{FF2B5EF4-FFF2-40B4-BE49-F238E27FC236}">
                  <a16:creationId xmlns:a16="http://schemas.microsoft.com/office/drawing/2014/main" id="{0B86DF8B-6444-1B80-647A-19DD3FEF7EBD}"/>
                </a:ext>
              </a:extLst>
            </p:cNvPr>
            <p:cNvSpPr/>
            <p:nvPr/>
          </p:nvSpPr>
          <p:spPr>
            <a:xfrm>
              <a:off x="826880" y="3842326"/>
              <a:ext cx="1066575" cy="1443182"/>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14" name="Att välja utbildning kan vara svårt. Vi vill göra det till ett lätt val för dig.">
              <a:extLst>
                <a:ext uri="{FF2B5EF4-FFF2-40B4-BE49-F238E27FC236}">
                  <a16:creationId xmlns:a16="http://schemas.microsoft.com/office/drawing/2014/main" id="{25BD3073-E1B3-A89B-E12D-504F67B00484}"/>
                </a:ext>
              </a:extLst>
            </p:cNvPr>
            <p:cNvSpPr txBox="1"/>
            <p:nvPr/>
          </p:nvSpPr>
          <p:spPr>
            <a:xfrm>
              <a:off x="892982" y="4274309"/>
              <a:ext cx="1066575" cy="579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050" dirty="0">
                  <a:solidFill>
                    <a:schemeClr val="bg2">
                      <a:lumMod val="25000"/>
                    </a:schemeClr>
                  </a:solidFill>
                  <a:latin typeface="Avenir Next" panose="020B0503020202020204" pitchFamily="34" charset="0"/>
                </a:rPr>
                <a:t>planering o genomförande</a:t>
              </a:r>
            </a:p>
          </p:txBody>
        </p:sp>
      </p:grpSp>
      <p:grpSp>
        <p:nvGrpSpPr>
          <p:cNvPr id="21" name="Grupp 20">
            <a:extLst>
              <a:ext uri="{FF2B5EF4-FFF2-40B4-BE49-F238E27FC236}">
                <a16:creationId xmlns:a16="http://schemas.microsoft.com/office/drawing/2014/main" id="{73182C9F-2198-B5E7-0F55-D0F90C8F97C6}"/>
              </a:ext>
            </a:extLst>
          </p:cNvPr>
          <p:cNvGrpSpPr/>
          <p:nvPr/>
        </p:nvGrpSpPr>
        <p:grpSpPr>
          <a:xfrm>
            <a:off x="894366" y="3879272"/>
            <a:ext cx="1066575" cy="1443182"/>
            <a:chOff x="2544844" y="3842326"/>
            <a:chExt cx="1066575" cy="1443182"/>
          </a:xfrm>
        </p:grpSpPr>
        <p:sp>
          <p:nvSpPr>
            <p:cNvPr id="15" name="Rektangel med klippt hörn 14">
              <a:extLst>
                <a:ext uri="{FF2B5EF4-FFF2-40B4-BE49-F238E27FC236}">
                  <a16:creationId xmlns:a16="http://schemas.microsoft.com/office/drawing/2014/main" id="{4D0008CB-D34B-B910-EE46-F618FDBBCE2D}"/>
                </a:ext>
              </a:extLst>
            </p:cNvPr>
            <p:cNvSpPr/>
            <p:nvPr/>
          </p:nvSpPr>
          <p:spPr>
            <a:xfrm>
              <a:off x="2544844" y="3842326"/>
              <a:ext cx="1066575" cy="1443182"/>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16" name="Att välja utbildning kan vara svårt. Vi vill göra det till ett lätt val för dig.">
              <a:extLst>
                <a:ext uri="{FF2B5EF4-FFF2-40B4-BE49-F238E27FC236}">
                  <a16:creationId xmlns:a16="http://schemas.microsoft.com/office/drawing/2014/main" id="{9A9309CE-7062-6718-308A-83430A490B02}"/>
                </a:ext>
              </a:extLst>
            </p:cNvPr>
            <p:cNvSpPr txBox="1"/>
            <p:nvPr/>
          </p:nvSpPr>
          <p:spPr>
            <a:xfrm>
              <a:off x="2687941" y="4278743"/>
              <a:ext cx="923478" cy="579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verktyg o metoder</a:t>
              </a:r>
            </a:p>
          </p:txBody>
        </p:sp>
      </p:grpSp>
      <p:grpSp>
        <p:nvGrpSpPr>
          <p:cNvPr id="22" name="Grupp 21">
            <a:extLst>
              <a:ext uri="{FF2B5EF4-FFF2-40B4-BE49-F238E27FC236}">
                <a16:creationId xmlns:a16="http://schemas.microsoft.com/office/drawing/2014/main" id="{14A93586-CA23-4489-2544-98F0F05BE5F6}"/>
              </a:ext>
            </a:extLst>
          </p:cNvPr>
          <p:cNvGrpSpPr/>
          <p:nvPr/>
        </p:nvGrpSpPr>
        <p:grpSpPr>
          <a:xfrm>
            <a:off x="2609498" y="3879272"/>
            <a:ext cx="1066575" cy="1443182"/>
            <a:chOff x="4336698" y="3823853"/>
            <a:chExt cx="1066575" cy="1443182"/>
          </a:xfrm>
        </p:grpSpPr>
        <p:sp>
          <p:nvSpPr>
            <p:cNvPr id="17" name="Rektangel med klippt hörn 16">
              <a:extLst>
                <a:ext uri="{FF2B5EF4-FFF2-40B4-BE49-F238E27FC236}">
                  <a16:creationId xmlns:a16="http://schemas.microsoft.com/office/drawing/2014/main" id="{4453C2D8-B325-3903-2954-A6408F74C657}"/>
                </a:ext>
              </a:extLst>
            </p:cNvPr>
            <p:cNvSpPr/>
            <p:nvPr/>
          </p:nvSpPr>
          <p:spPr>
            <a:xfrm>
              <a:off x="4336698" y="3823853"/>
              <a:ext cx="1066575" cy="1443182"/>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18" name="Att välja utbildning kan vara svårt. Vi vill göra det till ett lätt val för dig.">
              <a:extLst>
                <a:ext uri="{FF2B5EF4-FFF2-40B4-BE49-F238E27FC236}">
                  <a16:creationId xmlns:a16="http://schemas.microsoft.com/office/drawing/2014/main" id="{B21EB1EA-639C-19FD-94E5-6F8A35EEC487}"/>
                </a:ext>
              </a:extLst>
            </p:cNvPr>
            <p:cNvSpPr txBox="1"/>
            <p:nvPr/>
          </p:nvSpPr>
          <p:spPr>
            <a:xfrm>
              <a:off x="4479795" y="4260270"/>
              <a:ext cx="923478" cy="579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slutresultat</a:t>
              </a:r>
            </a:p>
          </p:txBody>
        </p:sp>
      </p:grpSp>
      <p:grpSp>
        <p:nvGrpSpPr>
          <p:cNvPr id="23" name="Grupp 22">
            <a:extLst>
              <a:ext uri="{FF2B5EF4-FFF2-40B4-BE49-F238E27FC236}">
                <a16:creationId xmlns:a16="http://schemas.microsoft.com/office/drawing/2014/main" id="{066FD730-E10E-C7B8-47B1-3988933E104E}"/>
              </a:ext>
            </a:extLst>
          </p:cNvPr>
          <p:cNvGrpSpPr/>
          <p:nvPr/>
        </p:nvGrpSpPr>
        <p:grpSpPr>
          <a:xfrm>
            <a:off x="4401353" y="3879272"/>
            <a:ext cx="1066575" cy="1443182"/>
            <a:chOff x="6091608" y="3823853"/>
            <a:chExt cx="1066575" cy="1443182"/>
          </a:xfrm>
        </p:grpSpPr>
        <p:sp>
          <p:nvSpPr>
            <p:cNvPr id="8" name="Rektangel med klippt hörn 7">
              <a:extLst>
                <a:ext uri="{FF2B5EF4-FFF2-40B4-BE49-F238E27FC236}">
                  <a16:creationId xmlns:a16="http://schemas.microsoft.com/office/drawing/2014/main" id="{971399D9-D03F-0C53-740C-4E7C473B5E7A}"/>
                </a:ext>
              </a:extLst>
            </p:cNvPr>
            <p:cNvSpPr/>
            <p:nvPr/>
          </p:nvSpPr>
          <p:spPr>
            <a:xfrm>
              <a:off x="6091608" y="3823853"/>
              <a:ext cx="1066575" cy="1443182"/>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19" name="Att välja utbildning kan vara svårt. Vi vill göra det till ett lätt val för dig.">
              <a:extLst>
                <a:ext uri="{FF2B5EF4-FFF2-40B4-BE49-F238E27FC236}">
                  <a16:creationId xmlns:a16="http://schemas.microsoft.com/office/drawing/2014/main" id="{5817A4DC-4E2A-A72F-ACF5-0846367C43E6}"/>
                </a:ext>
              </a:extLst>
            </p:cNvPr>
            <p:cNvSpPr txBox="1"/>
            <p:nvPr/>
          </p:nvSpPr>
          <p:spPr>
            <a:xfrm>
              <a:off x="6243404" y="4260270"/>
              <a:ext cx="769866" cy="579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egen reflektion</a:t>
              </a:r>
            </a:p>
          </p:txBody>
        </p:sp>
      </p:grpSp>
      <p:grpSp>
        <p:nvGrpSpPr>
          <p:cNvPr id="28" name="Grupp 27">
            <a:extLst>
              <a:ext uri="{FF2B5EF4-FFF2-40B4-BE49-F238E27FC236}">
                <a16:creationId xmlns:a16="http://schemas.microsoft.com/office/drawing/2014/main" id="{0488D860-5279-9079-28BA-8B9B7CDADA3A}"/>
              </a:ext>
            </a:extLst>
          </p:cNvPr>
          <p:cNvGrpSpPr/>
          <p:nvPr/>
        </p:nvGrpSpPr>
        <p:grpSpPr>
          <a:xfrm>
            <a:off x="6154448" y="3879272"/>
            <a:ext cx="1066575" cy="1443182"/>
            <a:chOff x="6091608" y="3823853"/>
            <a:chExt cx="1066575" cy="1443182"/>
          </a:xfrm>
        </p:grpSpPr>
        <p:sp>
          <p:nvSpPr>
            <p:cNvPr id="29" name="Rektangel med klippt hörn 28">
              <a:extLst>
                <a:ext uri="{FF2B5EF4-FFF2-40B4-BE49-F238E27FC236}">
                  <a16:creationId xmlns:a16="http://schemas.microsoft.com/office/drawing/2014/main" id="{B29AABE7-DD96-FA9B-5964-BCE14ABC84D7}"/>
                </a:ext>
              </a:extLst>
            </p:cNvPr>
            <p:cNvSpPr/>
            <p:nvPr/>
          </p:nvSpPr>
          <p:spPr>
            <a:xfrm>
              <a:off x="6091608" y="3823853"/>
              <a:ext cx="1066575" cy="1443182"/>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30" name="Att välja utbildning kan vara svårt. Vi vill göra det till ett lätt val för dig.">
              <a:extLst>
                <a:ext uri="{FF2B5EF4-FFF2-40B4-BE49-F238E27FC236}">
                  <a16:creationId xmlns:a16="http://schemas.microsoft.com/office/drawing/2014/main" id="{A8D83324-97AE-1700-8661-CE6710FE9626}"/>
                </a:ext>
              </a:extLst>
            </p:cNvPr>
            <p:cNvSpPr txBox="1"/>
            <p:nvPr/>
          </p:nvSpPr>
          <p:spPr>
            <a:xfrm>
              <a:off x="6245219" y="4255836"/>
              <a:ext cx="769866" cy="579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källor</a:t>
              </a:r>
            </a:p>
          </p:txBody>
        </p:sp>
      </p:grpSp>
      <p:pic>
        <p:nvPicPr>
          <p:cNvPr id="31" name="Symbol_STI-Blå.png" descr="Symbol_STI-Blå.png">
            <a:extLst>
              <a:ext uri="{FF2B5EF4-FFF2-40B4-BE49-F238E27FC236}">
                <a16:creationId xmlns:a16="http://schemas.microsoft.com/office/drawing/2014/main" id="{A86E9441-26BD-73DE-7A6A-989FBF1A1C6C}"/>
              </a:ext>
            </a:extLst>
          </p:cNvPr>
          <p:cNvPicPr>
            <a:picLocks noChangeAspect="1"/>
          </p:cNvPicPr>
          <p:nvPr/>
        </p:nvPicPr>
        <p:blipFill>
          <a:blip r:embed="rId3"/>
          <a:stretch>
            <a:fillRect/>
          </a:stretch>
        </p:blipFill>
        <p:spPr>
          <a:xfrm>
            <a:off x="10854965" y="667793"/>
            <a:ext cx="517195" cy="508000"/>
          </a:xfrm>
          <a:prstGeom prst="rect">
            <a:avLst/>
          </a:prstGeom>
          <a:ln w="12700">
            <a:miter lim="400000"/>
          </a:ln>
        </p:spPr>
      </p:pic>
    </p:spTree>
    <p:extLst>
      <p:ext uri="{BB962C8B-B14F-4D97-AF65-F5344CB8AC3E}">
        <p14:creationId xmlns:p14="http://schemas.microsoft.com/office/powerpoint/2010/main" val="26326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7461A-CC9D-506A-BB10-E9CEC693343E}"/>
            </a:ext>
          </a:extLst>
        </p:cNvPr>
        <p:cNvGrpSpPr/>
        <p:nvPr/>
      </p:nvGrpSpPr>
      <p:grpSpPr>
        <a:xfrm>
          <a:off x="0" y="0"/>
          <a:ext cx="0" cy="0"/>
          <a:chOff x="0" y="0"/>
          <a:chExt cx="0" cy="0"/>
        </a:xfrm>
      </p:grpSpPr>
      <p:sp>
        <p:nvSpPr>
          <p:cNvPr id="6" name="Att välja utbildning kan vara svårt. Vi vill göra det till ett lätt val för dig.">
            <a:extLst>
              <a:ext uri="{FF2B5EF4-FFF2-40B4-BE49-F238E27FC236}">
                <a16:creationId xmlns:a16="http://schemas.microsoft.com/office/drawing/2014/main" id="{052AC3DF-A655-5416-BCC1-1AD7F9142EF2}"/>
              </a:ext>
            </a:extLst>
          </p:cNvPr>
          <p:cNvSpPr txBox="1"/>
          <p:nvPr/>
        </p:nvSpPr>
        <p:spPr>
          <a:xfrm>
            <a:off x="965427" y="578584"/>
            <a:ext cx="9833756" cy="1277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4000" dirty="0">
                <a:solidFill>
                  <a:schemeClr val="bg2">
                    <a:lumMod val="50000"/>
                  </a:schemeClr>
                </a:solidFill>
                <a:latin typeface="Avenir Next" panose="020B0503020202020204" pitchFamily="34" charset="0"/>
              </a:rPr>
              <a:t>ungefärlig struktur och </a:t>
            </a:r>
            <a:r>
              <a:rPr lang="sv-SE" sz="4000" dirty="0">
                <a:solidFill>
                  <a:srgbClr val="1A4164"/>
                </a:solidFill>
                <a:latin typeface="Avenir Next Medium" panose="020B0503020202020204" pitchFamily="34" charset="0"/>
              </a:rPr>
              <a:t>sidfördelning</a:t>
            </a:r>
            <a:r>
              <a:rPr lang="sv-SE" sz="4000" dirty="0">
                <a:solidFill>
                  <a:schemeClr val="bg2">
                    <a:lumMod val="50000"/>
                  </a:schemeClr>
                </a:solidFill>
                <a:latin typeface="Avenir Next" panose="020B0503020202020204" pitchFamily="34" charset="0"/>
              </a:rPr>
              <a:t> i rapporten</a:t>
            </a:r>
          </a:p>
        </p:txBody>
      </p:sp>
      <p:grpSp>
        <p:nvGrpSpPr>
          <p:cNvPr id="39" name="Grupp 38">
            <a:extLst>
              <a:ext uri="{FF2B5EF4-FFF2-40B4-BE49-F238E27FC236}">
                <a16:creationId xmlns:a16="http://schemas.microsoft.com/office/drawing/2014/main" id="{D5309F79-EA20-28CD-0D5D-C05E8E75422B}"/>
              </a:ext>
            </a:extLst>
          </p:cNvPr>
          <p:cNvGrpSpPr/>
          <p:nvPr/>
        </p:nvGrpSpPr>
        <p:grpSpPr>
          <a:xfrm>
            <a:off x="1067027" y="2161308"/>
            <a:ext cx="1411633" cy="608371"/>
            <a:chOff x="965427" y="2235199"/>
            <a:chExt cx="1411633" cy="608371"/>
          </a:xfrm>
        </p:grpSpPr>
        <p:sp>
          <p:nvSpPr>
            <p:cNvPr id="2" name="Rektangel med klippt hörn 1">
              <a:extLst>
                <a:ext uri="{FF2B5EF4-FFF2-40B4-BE49-F238E27FC236}">
                  <a16:creationId xmlns:a16="http://schemas.microsoft.com/office/drawing/2014/main" id="{A118DF70-5BE5-D7A4-8EE3-1A495A54614B}"/>
                </a:ext>
              </a:extLst>
            </p:cNvPr>
            <p:cNvSpPr/>
            <p:nvPr/>
          </p:nvSpPr>
          <p:spPr>
            <a:xfrm>
              <a:off x="965427" y="2235199"/>
              <a:ext cx="452540" cy="608371"/>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31" name="Att välja utbildning kan vara svårt. Vi vill göra det till ett lätt val för dig.">
              <a:extLst>
                <a:ext uri="{FF2B5EF4-FFF2-40B4-BE49-F238E27FC236}">
                  <a16:creationId xmlns:a16="http://schemas.microsoft.com/office/drawing/2014/main" id="{0527B651-B0DB-C1F2-2810-5FB943E20487}"/>
                </a:ext>
              </a:extLst>
            </p:cNvPr>
            <p:cNvSpPr txBox="1"/>
            <p:nvPr/>
          </p:nvSpPr>
          <p:spPr>
            <a:xfrm>
              <a:off x="1548763" y="2400863"/>
              <a:ext cx="828297" cy="3248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förstasida</a:t>
              </a:r>
            </a:p>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sida 1</a:t>
              </a:r>
            </a:p>
          </p:txBody>
        </p:sp>
      </p:grpSp>
      <p:grpSp>
        <p:nvGrpSpPr>
          <p:cNvPr id="40" name="Grupp 39">
            <a:extLst>
              <a:ext uri="{FF2B5EF4-FFF2-40B4-BE49-F238E27FC236}">
                <a16:creationId xmlns:a16="http://schemas.microsoft.com/office/drawing/2014/main" id="{3C6CE380-7803-5BFC-29BA-2FF64B26B3DA}"/>
              </a:ext>
            </a:extLst>
          </p:cNvPr>
          <p:cNvGrpSpPr/>
          <p:nvPr/>
        </p:nvGrpSpPr>
        <p:grpSpPr>
          <a:xfrm>
            <a:off x="1067027" y="3066472"/>
            <a:ext cx="2064101" cy="608371"/>
            <a:chOff x="965427" y="3140363"/>
            <a:chExt cx="2064101" cy="608371"/>
          </a:xfrm>
        </p:grpSpPr>
        <p:sp>
          <p:nvSpPr>
            <p:cNvPr id="32" name="Rektangel med klippt hörn 31">
              <a:extLst>
                <a:ext uri="{FF2B5EF4-FFF2-40B4-BE49-F238E27FC236}">
                  <a16:creationId xmlns:a16="http://schemas.microsoft.com/office/drawing/2014/main" id="{DC209D4B-4FEF-60C7-4927-02785D703E4D}"/>
                </a:ext>
              </a:extLst>
            </p:cNvPr>
            <p:cNvSpPr/>
            <p:nvPr/>
          </p:nvSpPr>
          <p:spPr>
            <a:xfrm>
              <a:off x="965427" y="3140363"/>
              <a:ext cx="452540" cy="608371"/>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33" name="Att välja utbildning kan vara svårt. Vi vill göra det till ett lätt val för dig.">
              <a:extLst>
                <a:ext uri="{FF2B5EF4-FFF2-40B4-BE49-F238E27FC236}">
                  <a16:creationId xmlns:a16="http://schemas.microsoft.com/office/drawing/2014/main" id="{3B28B1FF-4FB0-CE74-561D-6AF366890317}"/>
                </a:ext>
              </a:extLst>
            </p:cNvPr>
            <p:cNvSpPr txBox="1"/>
            <p:nvPr/>
          </p:nvSpPr>
          <p:spPr>
            <a:xfrm>
              <a:off x="1548763" y="3294074"/>
              <a:ext cx="1480765" cy="3248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sammanfattning</a:t>
              </a:r>
            </a:p>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sida 2</a:t>
              </a:r>
            </a:p>
          </p:txBody>
        </p:sp>
      </p:grpSp>
      <p:grpSp>
        <p:nvGrpSpPr>
          <p:cNvPr id="41" name="Grupp 40">
            <a:extLst>
              <a:ext uri="{FF2B5EF4-FFF2-40B4-BE49-F238E27FC236}">
                <a16:creationId xmlns:a16="http://schemas.microsoft.com/office/drawing/2014/main" id="{F55A4F97-C6F9-AA30-6C3D-045E82D85373}"/>
              </a:ext>
            </a:extLst>
          </p:cNvPr>
          <p:cNvGrpSpPr/>
          <p:nvPr/>
        </p:nvGrpSpPr>
        <p:grpSpPr>
          <a:xfrm>
            <a:off x="1067027" y="3971636"/>
            <a:ext cx="2064100" cy="608371"/>
            <a:chOff x="965427" y="4045527"/>
            <a:chExt cx="2064100" cy="608371"/>
          </a:xfrm>
        </p:grpSpPr>
        <p:sp>
          <p:nvSpPr>
            <p:cNvPr id="34" name="Rektangel med klippt hörn 33">
              <a:extLst>
                <a:ext uri="{FF2B5EF4-FFF2-40B4-BE49-F238E27FC236}">
                  <a16:creationId xmlns:a16="http://schemas.microsoft.com/office/drawing/2014/main" id="{1008A171-5F63-576D-3B81-D6D6458699F5}"/>
                </a:ext>
              </a:extLst>
            </p:cNvPr>
            <p:cNvSpPr/>
            <p:nvPr/>
          </p:nvSpPr>
          <p:spPr>
            <a:xfrm>
              <a:off x="965427" y="4045527"/>
              <a:ext cx="452540" cy="608371"/>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35" name="Att välja utbildning kan vara svårt. Vi vill göra det till ett lätt val för dig.">
              <a:extLst>
                <a:ext uri="{FF2B5EF4-FFF2-40B4-BE49-F238E27FC236}">
                  <a16:creationId xmlns:a16="http://schemas.microsoft.com/office/drawing/2014/main" id="{14BDFB0F-4E62-F950-C4B4-18AEEE5D8C9F}"/>
                </a:ext>
              </a:extLst>
            </p:cNvPr>
            <p:cNvSpPr txBox="1"/>
            <p:nvPr/>
          </p:nvSpPr>
          <p:spPr>
            <a:xfrm>
              <a:off x="1548762" y="4199238"/>
              <a:ext cx="1480765" cy="3248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innehållsförteckning</a:t>
              </a:r>
            </a:p>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sida 3</a:t>
              </a:r>
            </a:p>
          </p:txBody>
        </p:sp>
      </p:grpSp>
      <p:grpSp>
        <p:nvGrpSpPr>
          <p:cNvPr id="42" name="Grupp 41">
            <a:extLst>
              <a:ext uri="{FF2B5EF4-FFF2-40B4-BE49-F238E27FC236}">
                <a16:creationId xmlns:a16="http://schemas.microsoft.com/office/drawing/2014/main" id="{8932CA1A-8096-E714-5956-420DD7D66CB9}"/>
              </a:ext>
            </a:extLst>
          </p:cNvPr>
          <p:cNvGrpSpPr/>
          <p:nvPr/>
        </p:nvGrpSpPr>
        <p:grpSpPr>
          <a:xfrm>
            <a:off x="1067027" y="4876800"/>
            <a:ext cx="2064100" cy="608371"/>
            <a:chOff x="965427" y="4950691"/>
            <a:chExt cx="2064100" cy="608371"/>
          </a:xfrm>
        </p:grpSpPr>
        <p:sp>
          <p:nvSpPr>
            <p:cNvPr id="36" name="Rektangel med klippt hörn 35">
              <a:extLst>
                <a:ext uri="{FF2B5EF4-FFF2-40B4-BE49-F238E27FC236}">
                  <a16:creationId xmlns:a16="http://schemas.microsoft.com/office/drawing/2014/main" id="{DD2DFF33-C2FC-3459-F9B7-C26383A5F778}"/>
                </a:ext>
              </a:extLst>
            </p:cNvPr>
            <p:cNvSpPr/>
            <p:nvPr/>
          </p:nvSpPr>
          <p:spPr>
            <a:xfrm>
              <a:off x="965427" y="4950691"/>
              <a:ext cx="452540" cy="608371"/>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37" name="Att välja utbildning kan vara svårt. Vi vill göra det till ett lätt val för dig.">
              <a:extLst>
                <a:ext uri="{FF2B5EF4-FFF2-40B4-BE49-F238E27FC236}">
                  <a16:creationId xmlns:a16="http://schemas.microsoft.com/office/drawing/2014/main" id="{2A48153A-2CFA-4576-602D-1A62E37DED7F}"/>
                </a:ext>
              </a:extLst>
            </p:cNvPr>
            <p:cNvSpPr txBox="1"/>
            <p:nvPr/>
          </p:nvSpPr>
          <p:spPr>
            <a:xfrm>
              <a:off x="1548762" y="5104402"/>
              <a:ext cx="1480765" cy="3248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om projektet</a:t>
              </a:r>
            </a:p>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sida 4</a:t>
              </a:r>
            </a:p>
          </p:txBody>
        </p:sp>
      </p:grpSp>
      <p:pic>
        <p:nvPicPr>
          <p:cNvPr id="38" name="Symbol_STI-Blå.png" descr="Symbol_STI-Blå.png">
            <a:extLst>
              <a:ext uri="{FF2B5EF4-FFF2-40B4-BE49-F238E27FC236}">
                <a16:creationId xmlns:a16="http://schemas.microsoft.com/office/drawing/2014/main" id="{3CD26B09-774C-1F08-45A4-7AFFA785E1EC}"/>
              </a:ext>
            </a:extLst>
          </p:cNvPr>
          <p:cNvPicPr>
            <a:picLocks noChangeAspect="1"/>
          </p:cNvPicPr>
          <p:nvPr/>
        </p:nvPicPr>
        <p:blipFill>
          <a:blip r:embed="rId3"/>
          <a:stretch>
            <a:fillRect/>
          </a:stretch>
        </p:blipFill>
        <p:spPr>
          <a:xfrm>
            <a:off x="10854965" y="667793"/>
            <a:ext cx="517195" cy="508000"/>
          </a:xfrm>
          <a:prstGeom prst="rect">
            <a:avLst/>
          </a:prstGeom>
          <a:ln w="12700">
            <a:miter lim="400000"/>
          </a:ln>
        </p:spPr>
      </p:pic>
      <p:grpSp>
        <p:nvGrpSpPr>
          <p:cNvPr id="43" name="Grupp 42">
            <a:extLst>
              <a:ext uri="{FF2B5EF4-FFF2-40B4-BE49-F238E27FC236}">
                <a16:creationId xmlns:a16="http://schemas.microsoft.com/office/drawing/2014/main" id="{BFAF56A2-C652-4950-DC7A-BB988A580323}"/>
              </a:ext>
            </a:extLst>
          </p:cNvPr>
          <p:cNvGrpSpPr/>
          <p:nvPr/>
        </p:nvGrpSpPr>
        <p:grpSpPr>
          <a:xfrm>
            <a:off x="3782518" y="2022366"/>
            <a:ext cx="2064101" cy="804355"/>
            <a:chOff x="965427" y="4852698"/>
            <a:chExt cx="2064101" cy="804355"/>
          </a:xfrm>
        </p:grpSpPr>
        <p:sp>
          <p:nvSpPr>
            <p:cNvPr id="44" name="Rektangel med klippt hörn 43">
              <a:extLst>
                <a:ext uri="{FF2B5EF4-FFF2-40B4-BE49-F238E27FC236}">
                  <a16:creationId xmlns:a16="http://schemas.microsoft.com/office/drawing/2014/main" id="{FD585C69-1A2C-88ED-D786-D6DBAF760EE2}"/>
                </a:ext>
              </a:extLst>
            </p:cNvPr>
            <p:cNvSpPr/>
            <p:nvPr/>
          </p:nvSpPr>
          <p:spPr>
            <a:xfrm>
              <a:off x="965427" y="4950691"/>
              <a:ext cx="452540" cy="608371"/>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45" name="Att välja utbildning kan vara svårt. Vi vill göra det till ett lätt val för dig.">
              <a:extLst>
                <a:ext uri="{FF2B5EF4-FFF2-40B4-BE49-F238E27FC236}">
                  <a16:creationId xmlns:a16="http://schemas.microsoft.com/office/drawing/2014/main" id="{BC6FE35A-938A-6F3E-C062-0A51819F4916}"/>
                </a:ext>
              </a:extLst>
            </p:cNvPr>
            <p:cNvSpPr txBox="1"/>
            <p:nvPr/>
          </p:nvSpPr>
          <p:spPr>
            <a:xfrm>
              <a:off x="1548763" y="4852698"/>
              <a:ext cx="1480765" cy="8043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planering och genomförande</a:t>
              </a:r>
            </a:p>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sida 5-6</a:t>
              </a:r>
            </a:p>
          </p:txBody>
        </p:sp>
      </p:grpSp>
      <p:grpSp>
        <p:nvGrpSpPr>
          <p:cNvPr id="46" name="Grupp 45">
            <a:extLst>
              <a:ext uri="{FF2B5EF4-FFF2-40B4-BE49-F238E27FC236}">
                <a16:creationId xmlns:a16="http://schemas.microsoft.com/office/drawing/2014/main" id="{777DC5B9-E105-9498-707C-7970137C6578}"/>
              </a:ext>
            </a:extLst>
          </p:cNvPr>
          <p:cNvGrpSpPr/>
          <p:nvPr/>
        </p:nvGrpSpPr>
        <p:grpSpPr>
          <a:xfrm>
            <a:off x="3778127" y="2952931"/>
            <a:ext cx="2064101" cy="804355"/>
            <a:chOff x="965427" y="4852698"/>
            <a:chExt cx="2064101" cy="804355"/>
          </a:xfrm>
        </p:grpSpPr>
        <p:sp>
          <p:nvSpPr>
            <p:cNvPr id="47" name="Rektangel med klippt hörn 46">
              <a:extLst>
                <a:ext uri="{FF2B5EF4-FFF2-40B4-BE49-F238E27FC236}">
                  <a16:creationId xmlns:a16="http://schemas.microsoft.com/office/drawing/2014/main" id="{0AEF5B0D-0C80-873A-8882-CD09139C35AA}"/>
                </a:ext>
              </a:extLst>
            </p:cNvPr>
            <p:cNvSpPr/>
            <p:nvPr/>
          </p:nvSpPr>
          <p:spPr>
            <a:xfrm>
              <a:off x="965427" y="4950691"/>
              <a:ext cx="452540" cy="608371"/>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48" name="Att välja utbildning kan vara svårt. Vi vill göra det till ett lätt val för dig.">
              <a:extLst>
                <a:ext uri="{FF2B5EF4-FFF2-40B4-BE49-F238E27FC236}">
                  <a16:creationId xmlns:a16="http://schemas.microsoft.com/office/drawing/2014/main" id="{E5C32B0B-8C62-22CD-4CA1-7905418E87B7}"/>
                </a:ext>
              </a:extLst>
            </p:cNvPr>
            <p:cNvSpPr txBox="1"/>
            <p:nvPr/>
          </p:nvSpPr>
          <p:spPr>
            <a:xfrm>
              <a:off x="1548763" y="4852698"/>
              <a:ext cx="1480765" cy="8043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verktyg och metoder</a:t>
              </a:r>
            </a:p>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sida 7-8</a:t>
              </a:r>
            </a:p>
          </p:txBody>
        </p:sp>
      </p:grpSp>
      <p:grpSp>
        <p:nvGrpSpPr>
          <p:cNvPr id="49" name="Grupp 48">
            <a:extLst>
              <a:ext uri="{FF2B5EF4-FFF2-40B4-BE49-F238E27FC236}">
                <a16:creationId xmlns:a16="http://schemas.microsoft.com/office/drawing/2014/main" id="{EFE074AF-A311-6401-5BAB-1C22CF42FD6A}"/>
              </a:ext>
            </a:extLst>
          </p:cNvPr>
          <p:cNvGrpSpPr/>
          <p:nvPr/>
        </p:nvGrpSpPr>
        <p:grpSpPr>
          <a:xfrm>
            <a:off x="3778127" y="3844823"/>
            <a:ext cx="2064101" cy="804355"/>
            <a:chOff x="965427" y="4852698"/>
            <a:chExt cx="2064101" cy="804355"/>
          </a:xfrm>
        </p:grpSpPr>
        <p:sp>
          <p:nvSpPr>
            <p:cNvPr id="50" name="Rektangel med klippt hörn 49">
              <a:extLst>
                <a:ext uri="{FF2B5EF4-FFF2-40B4-BE49-F238E27FC236}">
                  <a16:creationId xmlns:a16="http://schemas.microsoft.com/office/drawing/2014/main" id="{CFFB7506-88B6-108A-B348-3AAD0988183F}"/>
                </a:ext>
              </a:extLst>
            </p:cNvPr>
            <p:cNvSpPr/>
            <p:nvPr/>
          </p:nvSpPr>
          <p:spPr>
            <a:xfrm>
              <a:off x="965427" y="4950691"/>
              <a:ext cx="452540" cy="608371"/>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51" name="Att välja utbildning kan vara svårt. Vi vill göra det till ett lätt val för dig.">
              <a:extLst>
                <a:ext uri="{FF2B5EF4-FFF2-40B4-BE49-F238E27FC236}">
                  <a16:creationId xmlns:a16="http://schemas.microsoft.com/office/drawing/2014/main" id="{9CEBA6CD-5E9B-E6BB-D38D-5B8DE1761787}"/>
                </a:ext>
              </a:extLst>
            </p:cNvPr>
            <p:cNvSpPr txBox="1"/>
            <p:nvPr/>
          </p:nvSpPr>
          <p:spPr>
            <a:xfrm>
              <a:off x="1548763" y="4852698"/>
              <a:ext cx="1480765" cy="8043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slutresultat</a:t>
              </a:r>
            </a:p>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sida 9-11</a:t>
              </a:r>
            </a:p>
          </p:txBody>
        </p:sp>
      </p:grpSp>
      <p:grpSp>
        <p:nvGrpSpPr>
          <p:cNvPr id="52" name="Grupp 51">
            <a:extLst>
              <a:ext uri="{FF2B5EF4-FFF2-40B4-BE49-F238E27FC236}">
                <a16:creationId xmlns:a16="http://schemas.microsoft.com/office/drawing/2014/main" id="{A1CA0BC6-7DB4-38D8-CAEA-E1CA22DC71D7}"/>
              </a:ext>
            </a:extLst>
          </p:cNvPr>
          <p:cNvGrpSpPr/>
          <p:nvPr/>
        </p:nvGrpSpPr>
        <p:grpSpPr>
          <a:xfrm>
            <a:off x="3778127" y="4790759"/>
            <a:ext cx="2064101" cy="804355"/>
            <a:chOff x="965427" y="4852698"/>
            <a:chExt cx="2064101" cy="804355"/>
          </a:xfrm>
        </p:grpSpPr>
        <p:sp>
          <p:nvSpPr>
            <p:cNvPr id="53" name="Rektangel med klippt hörn 52">
              <a:extLst>
                <a:ext uri="{FF2B5EF4-FFF2-40B4-BE49-F238E27FC236}">
                  <a16:creationId xmlns:a16="http://schemas.microsoft.com/office/drawing/2014/main" id="{3E70FE97-D30A-3DD2-B325-0CBE191C80AB}"/>
                </a:ext>
              </a:extLst>
            </p:cNvPr>
            <p:cNvSpPr/>
            <p:nvPr/>
          </p:nvSpPr>
          <p:spPr>
            <a:xfrm>
              <a:off x="965427" y="4950691"/>
              <a:ext cx="452540" cy="608371"/>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54" name="Att välja utbildning kan vara svårt. Vi vill göra det till ett lätt val för dig.">
              <a:extLst>
                <a:ext uri="{FF2B5EF4-FFF2-40B4-BE49-F238E27FC236}">
                  <a16:creationId xmlns:a16="http://schemas.microsoft.com/office/drawing/2014/main" id="{EF88EF06-14A0-F51D-31D2-7A3060CEEB3B}"/>
                </a:ext>
              </a:extLst>
            </p:cNvPr>
            <p:cNvSpPr txBox="1"/>
            <p:nvPr/>
          </p:nvSpPr>
          <p:spPr>
            <a:xfrm>
              <a:off x="1548763" y="4852698"/>
              <a:ext cx="1480765" cy="8043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egen reflektion</a:t>
              </a:r>
            </a:p>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sida 12</a:t>
              </a:r>
            </a:p>
          </p:txBody>
        </p:sp>
      </p:grpSp>
      <p:grpSp>
        <p:nvGrpSpPr>
          <p:cNvPr id="55" name="Grupp 54">
            <a:extLst>
              <a:ext uri="{FF2B5EF4-FFF2-40B4-BE49-F238E27FC236}">
                <a16:creationId xmlns:a16="http://schemas.microsoft.com/office/drawing/2014/main" id="{5B2D07F0-902E-4B28-23B3-E3A4E82F69A4}"/>
              </a:ext>
            </a:extLst>
          </p:cNvPr>
          <p:cNvGrpSpPr/>
          <p:nvPr/>
        </p:nvGrpSpPr>
        <p:grpSpPr>
          <a:xfrm>
            <a:off x="6548583" y="2022366"/>
            <a:ext cx="2064101" cy="804355"/>
            <a:chOff x="965427" y="4852698"/>
            <a:chExt cx="2064101" cy="804355"/>
          </a:xfrm>
        </p:grpSpPr>
        <p:sp>
          <p:nvSpPr>
            <p:cNvPr id="56" name="Rektangel med klippt hörn 55">
              <a:extLst>
                <a:ext uri="{FF2B5EF4-FFF2-40B4-BE49-F238E27FC236}">
                  <a16:creationId xmlns:a16="http://schemas.microsoft.com/office/drawing/2014/main" id="{D5B09C29-D91F-9AE2-781B-B491938B45F2}"/>
                </a:ext>
              </a:extLst>
            </p:cNvPr>
            <p:cNvSpPr/>
            <p:nvPr/>
          </p:nvSpPr>
          <p:spPr>
            <a:xfrm>
              <a:off x="965427" y="4950691"/>
              <a:ext cx="452540" cy="608371"/>
            </a:xfrm>
            <a:prstGeom prst="snip1Rect">
              <a:avLst>
                <a:gd name="adj" fmla="val 2226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dirty="0">
                <a:solidFill>
                  <a:schemeClr val="bg2">
                    <a:lumMod val="25000"/>
                  </a:schemeClr>
                </a:solidFill>
                <a:latin typeface="Avenir Book" panose="02000503020000020003" pitchFamily="2" charset="0"/>
              </a:endParaRPr>
            </a:p>
          </p:txBody>
        </p:sp>
        <p:sp>
          <p:nvSpPr>
            <p:cNvPr id="57" name="Att välja utbildning kan vara svårt. Vi vill göra det till ett lätt val för dig.">
              <a:extLst>
                <a:ext uri="{FF2B5EF4-FFF2-40B4-BE49-F238E27FC236}">
                  <a16:creationId xmlns:a16="http://schemas.microsoft.com/office/drawing/2014/main" id="{30CC54C7-83EC-EAED-B962-0FA778500246}"/>
                </a:ext>
              </a:extLst>
            </p:cNvPr>
            <p:cNvSpPr txBox="1"/>
            <p:nvPr/>
          </p:nvSpPr>
          <p:spPr>
            <a:xfrm>
              <a:off x="1548763" y="4852698"/>
              <a:ext cx="1480765" cy="8043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källförteckning</a:t>
              </a:r>
            </a:p>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sida 13</a:t>
              </a:r>
            </a:p>
          </p:txBody>
        </p:sp>
      </p:grpSp>
      <p:sp>
        <p:nvSpPr>
          <p:cNvPr id="58" name="Att välja utbildning kan vara svårt. Vi vill göra det till ett lätt val för dig.">
            <a:extLst>
              <a:ext uri="{FF2B5EF4-FFF2-40B4-BE49-F238E27FC236}">
                <a16:creationId xmlns:a16="http://schemas.microsoft.com/office/drawing/2014/main" id="{8973C79D-2FA5-78A0-8A75-D8326107A22E}"/>
              </a:ext>
            </a:extLst>
          </p:cNvPr>
          <p:cNvSpPr txBox="1"/>
          <p:nvPr/>
        </p:nvSpPr>
        <p:spPr>
          <a:xfrm>
            <a:off x="8199172" y="4125347"/>
            <a:ext cx="1480765" cy="8043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räkna en omfattning på ca 10-15 sidor på hela rapporten</a:t>
            </a:r>
          </a:p>
        </p:txBody>
      </p:sp>
    </p:spTree>
    <p:extLst>
      <p:ext uri="{BB962C8B-B14F-4D97-AF65-F5344CB8AC3E}">
        <p14:creationId xmlns:p14="http://schemas.microsoft.com/office/powerpoint/2010/main" val="4020946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7E59-D1EE-0C97-6B9F-A3AE9C36A7A6}"/>
            </a:ext>
          </a:extLst>
        </p:cNvPr>
        <p:cNvGrpSpPr/>
        <p:nvPr/>
      </p:nvGrpSpPr>
      <p:grpSpPr>
        <a:xfrm>
          <a:off x="0" y="0"/>
          <a:ext cx="0" cy="0"/>
          <a:chOff x="0" y="0"/>
          <a:chExt cx="0" cy="0"/>
        </a:xfrm>
      </p:grpSpPr>
      <p:sp>
        <p:nvSpPr>
          <p:cNvPr id="6" name="Att välja utbildning kan vara svårt. Vi vill göra det till ett lätt val för dig.">
            <a:extLst>
              <a:ext uri="{FF2B5EF4-FFF2-40B4-BE49-F238E27FC236}">
                <a16:creationId xmlns:a16="http://schemas.microsoft.com/office/drawing/2014/main" id="{FC147CED-DEF1-25BA-739C-97B2B119A311}"/>
              </a:ext>
            </a:extLst>
          </p:cNvPr>
          <p:cNvSpPr txBox="1"/>
          <p:nvPr/>
        </p:nvSpPr>
        <p:spPr>
          <a:xfrm>
            <a:off x="1067027" y="615949"/>
            <a:ext cx="9000609" cy="646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t"/>
          <a:lstStyle/>
          <a:p>
            <a:pPr>
              <a:defRPr sz="8600" cap="none">
                <a:solidFill>
                  <a:srgbClr val="FFFFFF"/>
                </a:solidFill>
                <a:latin typeface="+mn-lt"/>
                <a:ea typeface="+mn-ea"/>
                <a:cs typeface="+mn-cs"/>
                <a:sym typeface="Basier Circle Bold"/>
              </a:defRPr>
            </a:pPr>
            <a:r>
              <a:rPr lang="sv-SE" sz="4000" dirty="0">
                <a:solidFill>
                  <a:srgbClr val="1A4164"/>
                </a:solidFill>
                <a:latin typeface="Avenir Next Medium" panose="020B0503020202020204" pitchFamily="34" charset="0"/>
              </a:rPr>
              <a:t>planering och genomförande</a:t>
            </a:r>
            <a:endParaRPr lang="sv-SE" sz="4000" dirty="0">
              <a:solidFill>
                <a:schemeClr val="bg2">
                  <a:lumMod val="50000"/>
                </a:schemeClr>
              </a:solidFill>
              <a:latin typeface="Avenir Next" panose="020B0503020202020204" pitchFamily="34" charset="0"/>
            </a:endParaRPr>
          </a:p>
        </p:txBody>
      </p:sp>
      <p:pic>
        <p:nvPicPr>
          <p:cNvPr id="38" name="Symbol_STI-Blå.png" descr="Symbol_STI-Blå.png">
            <a:extLst>
              <a:ext uri="{FF2B5EF4-FFF2-40B4-BE49-F238E27FC236}">
                <a16:creationId xmlns:a16="http://schemas.microsoft.com/office/drawing/2014/main" id="{77246DFF-58D2-0CA7-0618-FFFFDD32406F}"/>
              </a:ext>
            </a:extLst>
          </p:cNvPr>
          <p:cNvPicPr>
            <a:picLocks noChangeAspect="1"/>
          </p:cNvPicPr>
          <p:nvPr/>
        </p:nvPicPr>
        <p:blipFill>
          <a:blip r:embed="rId3"/>
          <a:stretch>
            <a:fillRect/>
          </a:stretch>
        </p:blipFill>
        <p:spPr>
          <a:xfrm>
            <a:off x="10854965" y="667793"/>
            <a:ext cx="517195" cy="508000"/>
          </a:xfrm>
          <a:prstGeom prst="rect">
            <a:avLst/>
          </a:prstGeom>
          <a:ln w="12700">
            <a:miter lim="400000"/>
          </a:ln>
        </p:spPr>
      </p:pic>
      <p:pic>
        <p:nvPicPr>
          <p:cNvPr id="2" name="Bildobjekt 1">
            <a:extLst>
              <a:ext uri="{FF2B5EF4-FFF2-40B4-BE49-F238E27FC236}">
                <a16:creationId xmlns:a16="http://schemas.microsoft.com/office/drawing/2014/main" id="{3A1B12CA-B035-87CB-F24A-3A5F2FE825B4}"/>
              </a:ext>
            </a:extLst>
          </p:cNvPr>
          <p:cNvPicPr>
            <a:picLocks noChangeAspect="1"/>
          </p:cNvPicPr>
          <p:nvPr/>
        </p:nvPicPr>
        <p:blipFill>
          <a:blip r:embed="rId4"/>
          <a:stretch>
            <a:fillRect/>
          </a:stretch>
        </p:blipFill>
        <p:spPr>
          <a:xfrm>
            <a:off x="1067027" y="1579418"/>
            <a:ext cx="4409052" cy="1594233"/>
          </a:xfrm>
          <a:prstGeom prst="rect">
            <a:avLst/>
          </a:prstGeom>
        </p:spPr>
      </p:pic>
      <p:pic>
        <p:nvPicPr>
          <p:cNvPr id="7" name="Bildobjekt 6">
            <a:extLst>
              <a:ext uri="{FF2B5EF4-FFF2-40B4-BE49-F238E27FC236}">
                <a16:creationId xmlns:a16="http://schemas.microsoft.com/office/drawing/2014/main" id="{ADC0ED46-945A-E8D5-4FBF-1007D4A103C6}"/>
              </a:ext>
            </a:extLst>
          </p:cNvPr>
          <p:cNvPicPr>
            <a:picLocks noChangeAspect="1"/>
          </p:cNvPicPr>
          <p:nvPr/>
        </p:nvPicPr>
        <p:blipFill>
          <a:blip r:embed="rId5"/>
          <a:stretch>
            <a:fillRect/>
          </a:stretch>
        </p:blipFill>
        <p:spPr>
          <a:xfrm>
            <a:off x="1368203" y="3173651"/>
            <a:ext cx="4107875" cy="2467230"/>
          </a:xfrm>
          <a:prstGeom prst="rect">
            <a:avLst/>
          </a:prstGeom>
        </p:spPr>
      </p:pic>
      <p:sp>
        <p:nvSpPr>
          <p:cNvPr id="16" name="Rektangel 15">
            <a:extLst>
              <a:ext uri="{FF2B5EF4-FFF2-40B4-BE49-F238E27FC236}">
                <a16:creationId xmlns:a16="http://schemas.microsoft.com/office/drawing/2014/main" id="{11C0FFC8-E9F1-E1EC-B672-C1239A5C48BE}"/>
              </a:ext>
            </a:extLst>
          </p:cNvPr>
          <p:cNvSpPr/>
          <p:nvPr/>
        </p:nvSpPr>
        <p:spPr>
          <a:xfrm>
            <a:off x="1368203" y="2481538"/>
            <a:ext cx="4107874" cy="594171"/>
          </a:xfrm>
          <a:prstGeom prst="rect">
            <a:avLst/>
          </a:prstGeom>
          <a:no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sv-SE" dirty="0"/>
          </a:p>
        </p:txBody>
      </p:sp>
      <p:grpSp>
        <p:nvGrpSpPr>
          <p:cNvPr id="25" name="Grupp 24">
            <a:extLst>
              <a:ext uri="{FF2B5EF4-FFF2-40B4-BE49-F238E27FC236}">
                <a16:creationId xmlns:a16="http://schemas.microsoft.com/office/drawing/2014/main" id="{A229977C-642F-4F7C-305B-E4D71FC7503F}"/>
              </a:ext>
            </a:extLst>
          </p:cNvPr>
          <p:cNvGrpSpPr/>
          <p:nvPr/>
        </p:nvGrpSpPr>
        <p:grpSpPr>
          <a:xfrm>
            <a:off x="5476078" y="2416620"/>
            <a:ext cx="3017753" cy="458972"/>
            <a:chOff x="5174902" y="2398147"/>
            <a:chExt cx="3017753" cy="458972"/>
          </a:xfrm>
        </p:grpSpPr>
        <p:cxnSp>
          <p:nvCxnSpPr>
            <p:cNvPr id="9" name="Rak pil 8">
              <a:extLst>
                <a:ext uri="{FF2B5EF4-FFF2-40B4-BE49-F238E27FC236}">
                  <a16:creationId xmlns:a16="http://schemas.microsoft.com/office/drawing/2014/main" id="{887DF55D-FEB8-9F5E-1926-3831EA9D7C24}"/>
                </a:ext>
              </a:extLst>
            </p:cNvPr>
            <p:cNvCxnSpPr>
              <a:cxnSpLocks/>
            </p:cNvCxnSpPr>
            <p:nvPr/>
          </p:nvCxnSpPr>
          <p:spPr>
            <a:xfrm flipH="1">
              <a:off x="5174902" y="2697018"/>
              <a:ext cx="1050407" cy="160101"/>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7" name="Att välja utbildning kan vara svårt. Vi vill göra det till ett lätt val för dig.">
              <a:extLst>
                <a:ext uri="{FF2B5EF4-FFF2-40B4-BE49-F238E27FC236}">
                  <a16:creationId xmlns:a16="http://schemas.microsoft.com/office/drawing/2014/main" id="{0DCB8BA9-452D-0CA0-F6FD-4DE822E482C7}"/>
                </a:ext>
              </a:extLst>
            </p:cNvPr>
            <p:cNvSpPr txBox="1"/>
            <p:nvPr/>
          </p:nvSpPr>
          <p:spPr>
            <a:xfrm>
              <a:off x="6146162" y="2398147"/>
              <a:ext cx="2046493" cy="2988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ex </a:t>
              </a:r>
              <a:r>
                <a:rPr lang="sv-SE" sz="1200" dirty="0" err="1">
                  <a:solidFill>
                    <a:schemeClr val="bg2">
                      <a:lumMod val="25000"/>
                    </a:schemeClr>
                  </a:solidFill>
                  <a:latin typeface="Avenir Next" panose="020B0503020202020204" pitchFamily="34" charset="0"/>
                </a:rPr>
                <a:t>kanban</a:t>
              </a:r>
              <a:r>
                <a:rPr lang="sv-SE" sz="1200" dirty="0">
                  <a:solidFill>
                    <a:schemeClr val="bg2">
                      <a:lumMod val="25000"/>
                    </a:schemeClr>
                  </a:solidFill>
                  <a:latin typeface="Avenir Next" panose="020B0503020202020204" pitchFamily="34" charset="0"/>
                </a:rPr>
                <a:t>, </a:t>
              </a:r>
              <a:r>
                <a:rPr lang="sv-SE" sz="1200" dirty="0" err="1">
                  <a:solidFill>
                    <a:schemeClr val="bg2">
                      <a:lumMod val="25000"/>
                    </a:schemeClr>
                  </a:solidFill>
                  <a:latin typeface="Avenir Next" panose="020B0503020202020204" pitchFamily="34" charset="0"/>
                </a:rPr>
                <a:t>agilt</a:t>
              </a:r>
              <a:r>
                <a:rPr lang="sv-SE" sz="1200" dirty="0">
                  <a:solidFill>
                    <a:schemeClr val="bg2">
                      <a:lumMod val="25000"/>
                    </a:schemeClr>
                  </a:solidFill>
                  <a:latin typeface="Avenir Next" panose="020B0503020202020204" pitchFamily="34" charset="0"/>
                </a:rPr>
                <a:t>, </a:t>
              </a:r>
              <a:r>
                <a:rPr lang="sv-SE" sz="1200" dirty="0" err="1">
                  <a:solidFill>
                    <a:schemeClr val="bg2">
                      <a:lumMod val="25000"/>
                    </a:schemeClr>
                  </a:solidFill>
                  <a:latin typeface="Avenir Next" panose="020B0503020202020204" pitchFamily="34" charset="0"/>
                </a:rPr>
                <a:t>scrum</a:t>
              </a:r>
              <a:r>
                <a:rPr lang="sv-SE" sz="1200" dirty="0">
                  <a:solidFill>
                    <a:schemeClr val="bg2">
                      <a:lumMod val="25000"/>
                    </a:schemeClr>
                  </a:solidFill>
                  <a:latin typeface="Avenir Next" panose="020B0503020202020204" pitchFamily="34" charset="0"/>
                </a:rPr>
                <a:t>, …</a:t>
              </a:r>
            </a:p>
          </p:txBody>
        </p:sp>
      </p:grpSp>
      <p:sp>
        <p:nvSpPr>
          <p:cNvPr id="19" name="Rektangel 18">
            <a:extLst>
              <a:ext uri="{FF2B5EF4-FFF2-40B4-BE49-F238E27FC236}">
                <a16:creationId xmlns:a16="http://schemas.microsoft.com/office/drawing/2014/main" id="{ACC5C0B3-4639-8C51-2951-7DF35412CF87}"/>
              </a:ext>
            </a:extLst>
          </p:cNvPr>
          <p:cNvSpPr/>
          <p:nvPr/>
        </p:nvSpPr>
        <p:spPr>
          <a:xfrm>
            <a:off x="1395912" y="4605901"/>
            <a:ext cx="4107874" cy="594171"/>
          </a:xfrm>
          <a:prstGeom prst="rect">
            <a:avLst/>
          </a:prstGeom>
          <a:no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sv-SE" dirty="0"/>
          </a:p>
        </p:txBody>
      </p:sp>
      <p:grpSp>
        <p:nvGrpSpPr>
          <p:cNvPr id="27" name="Grupp 26">
            <a:extLst>
              <a:ext uri="{FF2B5EF4-FFF2-40B4-BE49-F238E27FC236}">
                <a16:creationId xmlns:a16="http://schemas.microsoft.com/office/drawing/2014/main" id="{35D990F0-9416-3940-80B2-40B4D4EB5279}"/>
              </a:ext>
            </a:extLst>
          </p:cNvPr>
          <p:cNvGrpSpPr/>
          <p:nvPr/>
        </p:nvGrpSpPr>
        <p:grpSpPr>
          <a:xfrm>
            <a:off x="5531495" y="4350326"/>
            <a:ext cx="3673536" cy="1248479"/>
            <a:chOff x="5230319" y="4331853"/>
            <a:chExt cx="3673536" cy="1248479"/>
          </a:xfrm>
        </p:grpSpPr>
        <p:cxnSp>
          <p:nvCxnSpPr>
            <p:cNvPr id="18" name="Rak pil 17">
              <a:extLst>
                <a:ext uri="{FF2B5EF4-FFF2-40B4-BE49-F238E27FC236}">
                  <a16:creationId xmlns:a16="http://schemas.microsoft.com/office/drawing/2014/main" id="{77061AC3-D44D-A999-C6D7-4BA73ECF75FE}"/>
                </a:ext>
              </a:extLst>
            </p:cNvPr>
            <p:cNvCxnSpPr>
              <a:cxnSpLocks/>
            </p:cNvCxnSpPr>
            <p:nvPr/>
          </p:nvCxnSpPr>
          <p:spPr>
            <a:xfrm flipH="1">
              <a:off x="5230319" y="4724412"/>
              <a:ext cx="1050407" cy="160101"/>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0" name="Att välja utbildning kan vara svårt. Vi vill göra det till ett lätt val för dig.">
              <a:extLst>
                <a:ext uri="{FF2B5EF4-FFF2-40B4-BE49-F238E27FC236}">
                  <a16:creationId xmlns:a16="http://schemas.microsoft.com/office/drawing/2014/main" id="{B58E32F8-C0D8-69C1-2705-4E4590790939}"/>
                </a:ext>
              </a:extLst>
            </p:cNvPr>
            <p:cNvSpPr txBox="1"/>
            <p:nvPr/>
          </p:nvSpPr>
          <p:spPr>
            <a:xfrm>
              <a:off x="6308435" y="4331853"/>
              <a:ext cx="2595420" cy="12484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ex </a:t>
              </a:r>
              <a:r>
                <a:rPr lang="sv-SE" sz="1200" dirty="0" err="1">
                  <a:solidFill>
                    <a:schemeClr val="bg2">
                      <a:lumMod val="25000"/>
                    </a:schemeClr>
                  </a:solidFill>
                  <a:latin typeface="Avenir Next" panose="020B0503020202020204" pitchFamily="34" charset="0"/>
                </a:rPr>
                <a:t>kanbanboard</a:t>
              </a:r>
              <a:r>
                <a:rPr lang="sv-SE" sz="1200" dirty="0">
                  <a:solidFill>
                    <a:schemeClr val="bg2">
                      <a:lumMod val="25000"/>
                    </a:schemeClr>
                  </a:solidFill>
                  <a:latin typeface="Avenir Next" panose="020B0503020202020204" pitchFamily="34" charset="0"/>
                </a:rPr>
                <a:t>, kan ta en </a:t>
              </a:r>
              <a:r>
                <a:rPr lang="sv-SE" sz="1200" dirty="0" err="1">
                  <a:solidFill>
                    <a:schemeClr val="bg2">
                      <a:lumMod val="25000"/>
                    </a:schemeClr>
                  </a:solidFill>
                  <a:latin typeface="Avenir Next" panose="020B0503020202020204" pitchFamily="34" charset="0"/>
                </a:rPr>
                <a:t>screenshot</a:t>
              </a:r>
              <a:r>
                <a:rPr lang="sv-SE" sz="1200" dirty="0">
                  <a:solidFill>
                    <a:schemeClr val="bg2">
                      <a:lumMod val="25000"/>
                    </a:schemeClr>
                  </a:solidFill>
                  <a:latin typeface="Avenir Next" panose="020B0503020202020204" pitchFamily="34" charset="0"/>
                </a:rPr>
                <a:t> på board som exempel och/eller annan löpande dokumentation samt beskriva den. Vill ha ett utdrag här, ej hela löpande dokumentationen</a:t>
              </a:r>
            </a:p>
          </p:txBody>
        </p:sp>
      </p:grpSp>
      <p:sp>
        <p:nvSpPr>
          <p:cNvPr id="22" name="Rektangel 21">
            <a:extLst>
              <a:ext uri="{FF2B5EF4-FFF2-40B4-BE49-F238E27FC236}">
                <a16:creationId xmlns:a16="http://schemas.microsoft.com/office/drawing/2014/main" id="{74FFC6C2-C87B-4C7E-E398-A5736E67F50F}"/>
              </a:ext>
            </a:extLst>
          </p:cNvPr>
          <p:cNvSpPr/>
          <p:nvPr/>
        </p:nvSpPr>
        <p:spPr>
          <a:xfrm>
            <a:off x="1395912" y="3756155"/>
            <a:ext cx="4107874" cy="594171"/>
          </a:xfrm>
          <a:prstGeom prst="rect">
            <a:avLst/>
          </a:prstGeom>
          <a:noFill/>
          <a:ln>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sv-SE" dirty="0"/>
          </a:p>
        </p:txBody>
      </p:sp>
      <p:grpSp>
        <p:nvGrpSpPr>
          <p:cNvPr id="26" name="Grupp 25">
            <a:extLst>
              <a:ext uri="{FF2B5EF4-FFF2-40B4-BE49-F238E27FC236}">
                <a16:creationId xmlns:a16="http://schemas.microsoft.com/office/drawing/2014/main" id="{3E1648DC-3081-0A66-6CE9-3C31067FF80C}"/>
              </a:ext>
            </a:extLst>
          </p:cNvPr>
          <p:cNvGrpSpPr/>
          <p:nvPr/>
        </p:nvGrpSpPr>
        <p:grpSpPr>
          <a:xfrm>
            <a:off x="5549968" y="3172127"/>
            <a:ext cx="3377972" cy="979055"/>
            <a:chOff x="5248792" y="3153654"/>
            <a:chExt cx="3377972" cy="979055"/>
          </a:xfrm>
        </p:grpSpPr>
        <p:sp>
          <p:nvSpPr>
            <p:cNvPr id="23" name="Att välja utbildning kan vara svårt. Vi vill göra det till ett lätt val för dig.">
              <a:extLst>
                <a:ext uri="{FF2B5EF4-FFF2-40B4-BE49-F238E27FC236}">
                  <a16:creationId xmlns:a16="http://schemas.microsoft.com/office/drawing/2014/main" id="{2A85F440-D734-48A6-6DF9-42FA386914AA}"/>
                </a:ext>
              </a:extLst>
            </p:cNvPr>
            <p:cNvSpPr txBox="1"/>
            <p:nvPr/>
          </p:nvSpPr>
          <p:spPr>
            <a:xfrm>
              <a:off x="6373091" y="3153654"/>
              <a:ext cx="2253673" cy="9790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har projektet styrts om? fokuserat på MVP? har </a:t>
              </a:r>
              <a:r>
                <a:rPr lang="sv-SE" sz="1200" dirty="0" err="1">
                  <a:solidFill>
                    <a:schemeClr val="bg2">
                      <a:lumMod val="25000"/>
                    </a:schemeClr>
                  </a:solidFill>
                  <a:latin typeface="Avenir Next" panose="020B0503020202020204" pitchFamily="34" charset="0"/>
                </a:rPr>
                <a:t>datan</a:t>
              </a:r>
              <a:r>
                <a:rPr lang="sv-SE" sz="1200" dirty="0">
                  <a:solidFill>
                    <a:schemeClr val="bg2">
                      <a:lumMod val="25000"/>
                    </a:schemeClr>
                  </a:solidFill>
                  <a:latin typeface="Avenir Next" panose="020B0503020202020204" pitchFamily="34" charset="0"/>
                </a:rPr>
                <a:t> kanske inte visat sig vara lika gångbar som ni tänkt er osv, beskriv här </a:t>
              </a:r>
            </a:p>
          </p:txBody>
        </p:sp>
        <p:cxnSp>
          <p:nvCxnSpPr>
            <p:cNvPr id="24" name="Rak pil 23">
              <a:extLst>
                <a:ext uri="{FF2B5EF4-FFF2-40B4-BE49-F238E27FC236}">
                  <a16:creationId xmlns:a16="http://schemas.microsoft.com/office/drawing/2014/main" id="{4DF0D7F4-C4A6-35A5-7FE1-70B2CEA77635}"/>
                </a:ext>
              </a:extLst>
            </p:cNvPr>
            <p:cNvCxnSpPr>
              <a:cxnSpLocks/>
            </p:cNvCxnSpPr>
            <p:nvPr/>
          </p:nvCxnSpPr>
          <p:spPr>
            <a:xfrm flipH="1">
              <a:off x="5248792" y="3763830"/>
              <a:ext cx="1050407" cy="160101"/>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017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010B1-5CB2-2382-14AB-FEE2505BCDD8}"/>
            </a:ext>
          </a:extLst>
        </p:cNvPr>
        <p:cNvGrpSpPr/>
        <p:nvPr/>
      </p:nvGrpSpPr>
      <p:grpSpPr>
        <a:xfrm>
          <a:off x="0" y="0"/>
          <a:ext cx="0" cy="0"/>
          <a:chOff x="0" y="0"/>
          <a:chExt cx="0" cy="0"/>
        </a:xfrm>
      </p:grpSpPr>
      <p:pic>
        <p:nvPicPr>
          <p:cNvPr id="3" name="Bildobjekt 2">
            <a:extLst>
              <a:ext uri="{FF2B5EF4-FFF2-40B4-BE49-F238E27FC236}">
                <a16:creationId xmlns:a16="http://schemas.microsoft.com/office/drawing/2014/main" id="{E1A9B97A-42BF-EC8C-762D-31D56BC790A0}"/>
              </a:ext>
            </a:extLst>
          </p:cNvPr>
          <p:cNvPicPr>
            <a:picLocks noChangeAspect="1"/>
          </p:cNvPicPr>
          <p:nvPr/>
        </p:nvPicPr>
        <p:blipFill>
          <a:blip r:embed="rId3"/>
          <a:stretch>
            <a:fillRect/>
          </a:stretch>
        </p:blipFill>
        <p:spPr>
          <a:xfrm>
            <a:off x="1067027" y="2640368"/>
            <a:ext cx="4167169" cy="1577264"/>
          </a:xfrm>
          <a:prstGeom prst="rect">
            <a:avLst/>
          </a:prstGeom>
        </p:spPr>
      </p:pic>
      <p:sp>
        <p:nvSpPr>
          <p:cNvPr id="6" name="Att välja utbildning kan vara svårt. Vi vill göra det till ett lätt val för dig.">
            <a:extLst>
              <a:ext uri="{FF2B5EF4-FFF2-40B4-BE49-F238E27FC236}">
                <a16:creationId xmlns:a16="http://schemas.microsoft.com/office/drawing/2014/main" id="{8EA285E1-8A72-5BF5-19C3-0CD948CDE659}"/>
              </a:ext>
            </a:extLst>
          </p:cNvPr>
          <p:cNvSpPr txBox="1"/>
          <p:nvPr/>
        </p:nvSpPr>
        <p:spPr>
          <a:xfrm>
            <a:off x="1067027" y="615949"/>
            <a:ext cx="9000609" cy="646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t"/>
          <a:lstStyle/>
          <a:p>
            <a:pPr>
              <a:defRPr sz="8600" cap="none">
                <a:solidFill>
                  <a:srgbClr val="FFFFFF"/>
                </a:solidFill>
                <a:latin typeface="+mn-lt"/>
                <a:ea typeface="+mn-ea"/>
                <a:cs typeface="+mn-cs"/>
                <a:sym typeface="Basier Circle Bold"/>
              </a:defRPr>
            </a:pPr>
            <a:r>
              <a:rPr lang="sv-SE" sz="4000" dirty="0">
                <a:solidFill>
                  <a:srgbClr val="1A4164"/>
                </a:solidFill>
                <a:latin typeface="Avenir Next Medium" panose="020B0503020202020204" pitchFamily="34" charset="0"/>
              </a:rPr>
              <a:t>slutresultatet </a:t>
            </a:r>
            <a:r>
              <a:rPr lang="sv-SE" sz="4000" dirty="0">
                <a:solidFill>
                  <a:schemeClr val="bg2">
                    <a:lumMod val="50000"/>
                  </a:schemeClr>
                </a:solidFill>
                <a:latin typeface="Avenir Next" panose="020B0503020202020204" pitchFamily="34" charset="0"/>
              </a:rPr>
              <a:t>sammanfattar vad du kommit fram till</a:t>
            </a:r>
          </a:p>
        </p:txBody>
      </p:sp>
      <p:pic>
        <p:nvPicPr>
          <p:cNvPr id="38" name="Symbol_STI-Blå.png" descr="Symbol_STI-Blå.png">
            <a:extLst>
              <a:ext uri="{FF2B5EF4-FFF2-40B4-BE49-F238E27FC236}">
                <a16:creationId xmlns:a16="http://schemas.microsoft.com/office/drawing/2014/main" id="{4DB480D3-C592-DDD7-486D-74333F3A4A1C}"/>
              </a:ext>
            </a:extLst>
          </p:cNvPr>
          <p:cNvPicPr>
            <a:picLocks noChangeAspect="1"/>
          </p:cNvPicPr>
          <p:nvPr/>
        </p:nvPicPr>
        <p:blipFill>
          <a:blip r:embed="rId4"/>
          <a:stretch>
            <a:fillRect/>
          </a:stretch>
        </p:blipFill>
        <p:spPr>
          <a:xfrm>
            <a:off x="10854965" y="667793"/>
            <a:ext cx="517195" cy="508000"/>
          </a:xfrm>
          <a:prstGeom prst="rect">
            <a:avLst/>
          </a:prstGeom>
          <a:ln w="12700">
            <a:miter lim="400000"/>
          </a:ln>
        </p:spPr>
      </p:pic>
      <p:sp>
        <p:nvSpPr>
          <p:cNvPr id="17" name="Att välja utbildning kan vara svårt. Vi vill göra det till ett lätt val för dig.">
            <a:extLst>
              <a:ext uri="{FF2B5EF4-FFF2-40B4-BE49-F238E27FC236}">
                <a16:creationId xmlns:a16="http://schemas.microsoft.com/office/drawing/2014/main" id="{DAAA7C8D-E4F8-5182-CA2E-11DA9C749858}"/>
              </a:ext>
            </a:extLst>
          </p:cNvPr>
          <p:cNvSpPr txBox="1"/>
          <p:nvPr/>
        </p:nvSpPr>
        <p:spPr>
          <a:xfrm>
            <a:off x="5758184" y="2640368"/>
            <a:ext cx="2046493" cy="757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ta </a:t>
            </a:r>
            <a:r>
              <a:rPr lang="sv-SE" sz="1200" dirty="0" err="1">
                <a:solidFill>
                  <a:schemeClr val="bg2">
                    <a:lumMod val="25000"/>
                  </a:schemeClr>
                </a:solidFill>
                <a:latin typeface="Avenir Next" panose="020B0503020202020204" pitchFamily="34" charset="0"/>
              </a:rPr>
              <a:t>skärmdumpar</a:t>
            </a:r>
            <a:r>
              <a:rPr lang="sv-SE" sz="1200" dirty="0">
                <a:solidFill>
                  <a:schemeClr val="bg2">
                    <a:lumMod val="25000"/>
                  </a:schemeClr>
                </a:solidFill>
                <a:latin typeface="Avenir Next" panose="020B0503020202020204" pitchFamily="34" charset="0"/>
              </a:rPr>
              <a:t> och förklara vad du kommit fram till i projektet </a:t>
            </a:r>
          </a:p>
        </p:txBody>
      </p:sp>
      <p:sp>
        <p:nvSpPr>
          <p:cNvPr id="23" name="Att välja utbildning kan vara svårt. Vi vill göra det till ett lätt val för dig.">
            <a:extLst>
              <a:ext uri="{FF2B5EF4-FFF2-40B4-BE49-F238E27FC236}">
                <a16:creationId xmlns:a16="http://schemas.microsoft.com/office/drawing/2014/main" id="{16DE625F-6B96-7055-56CD-9A7D80EA2DFB}"/>
              </a:ext>
            </a:extLst>
          </p:cNvPr>
          <p:cNvSpPr txBox="1"/>
          <p:nvPr/>
        </p:nvSpPr>
        <p:spPr>
          <a:xfrm>
            <a:off x="5758184" y="3460251"/>
            <a:ext cx="2253673" cy="9790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rita diagram och andra bilder som kan förtydliga ditt arbete</a:t>
            </a:r>
          </a:p>
        </p:txBody>
      </p:sp>
    </p:spTree>
    <p:extLst>
      <p:ext uri="{BB962C8B-B14F-4D97-AF65-F5344CB8AC3E}">
        <p14:creationId xmlns:p14="http://schemas.microsoft.com/office/powerpoint/2010/main" val="597664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E3E85-A786-3006-3676-0B140A86A480}"/>
            </a:ext>
          </a:extLst>
        </p:cNvPr>
        <p:cNvGrpSpPr/>
        <p:nvPr/>
      </p:nvGrpSpPr>
      <p:grpSpPr>
        <a:xfrm>
          <a:off x="0" y="0"/>
          <a:ext cx="0" cy="0"/>
          <a:chOff x="0" y="0"/>
          <a:chExt cx="0" cy="0"/>
        </a:xfrm>
      </p:grpSpPr>
      <p:sp>
        <p:nvSpPr>
          <p:cNvPr id="6" name="Att välja utbildning kan vara svårt. Vi vill göra det till ett lätt val för dig.">
            <a:extLst>
              <a:ext uri="{FF2B5EF4-FFF2-40B4-BE49-F238E27FC236}">
                <a16:creationId xmlns:a16="http://schemas.microsoft.com/office/drawing/2014/main" id="{AA502D20-72E3-4122-C9FD-CFF994A95D83}"/>
              </a:ext>
            </a:extLst>
          </p:cNvPr>
          <p:cNvSpPr txBox="1"/>
          <p:nvPr/>
        </p:nvSpPr>
        <p:spPr>
          <a:xfrm>
            <a:off x="1067027" y="615949"/>
            <a:ext cx="9000609" cy="6469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t"/>
          <a:lstStyle/>
          <a:p>
            <a:pPr>
              <a:defRPr sz="8600" cap="none">
                <a:solidFill>
                  <a:srgbClr val="FFFFFF"/>
                </a:solidFill>
                <a:latin typeface="+mn-lt"/>
                <a:ea typeface="+mn-ea"/>
                <a:cs typeface="+mn-cs"/>
                <a:sym typeface="Basier Circle Bold"/>
              </a:defRPr>
            </a:pPr>
            <a:r>
              <a:rPr lang="sv-SE" sz="4000" dirty="0">
                <a:solidFill>
                  <a:schemeClr val="bg2">
                    <a:lumMod val="50000"/>
                  </a:schemeClr>
                </a:solidFill>
                <a:latin typeface="Avenir Next" panose="020B0503020202020204" pitchFamily="34" charset="0"/>
              </a:rPr>
              <a:t>hantera </a:t>
            </a:r>
            <a:r>
              <a:rPr lang="sv-SE" sz="4000" dirty="0">
                <a:solidFill>
                  <a:srgbClr val="1A4164"/>
                </a:solidFill>
                <a:latin typeface="Avenir Next Medium" panose="020B0503020202020204" pitchFamily="34" charset="0"/>
              </a:rPr>
              <a:t>källförteckning</a:t>
            </a:r>
            <a:r>
              <a:rPr lang="sv-SE" sz="4000" dirty="0">
                <a:solidFill>
                  <a:schemeClr val="bg2">
                    <a:lumMod val="50000"/>
                  </a:schemeClr>
                </a:solidFill>
                <a:latin typeface="Avenir Next" panose="020B0503020202020204" pitchFamily="34" charset="0"/>
              </a:rPr>
              <a:t> med </a:t>
            </a:r>
            <a:r>
              <a:rPr lang="sv-SE" sz="4000" dirty="0" err="1">
                <a:solidFill>
                  <a:schemeClr val="bg2">
                    <a:lumMod val="50000"/>
                  </a:schemeClr>
                </a:solidFill>
                <a:latin typeface="Avenir Next" panose="020B0503020202020204" pitchFamily="34" charset="0"/>
              </a:rPr>
              <a:t>chatgpt</a:t>
            </a:r>
            <a:endParaRPr lang="sv-SE" sz="4000" dirty="0">
              <a:solidFill>
                <a:schemeClr val="bg2">
                  <a:lumMod val="50000"/>
                </a:schemeClr>
              </a:solidFill>
              <a:latin typeface="Avenir Next" panose="020B0503020202020204" pitchFamily="34" charset="0"/>
            </a:endParaRPr>
          </a:p>
        </p:txBody>
      </p:sp>
      <p:pic>
        <p:nvPicPr>
          <p:cNvPr id="38" name="Symbol_STI-Blå.png" descr="Symbol_STI-Blå.png">
            <a:extLst>
              <a:ext uri="{FF2B5EF4-FFF2-40B4-BE49-F238E27FC236}">
                <a16:creationId xmlns:a16="http://schemas.microsoft.com/office/drawing/2014/main" id="{FE46D32E-403B-5AB1-7ADB-B62F08078DB1}"/>
              </a:ext>
            </a:extLst>
          </p:cNvPr>
          <p:cNvPicPr>
            <a:picLocks noChangeAspect="1"/>
          </p:cNvPicPr>
          <p:nvPr/>
        </p:nvPicPr>
        <p:blipFill>
          <a:blip r:embed="rId3"/>
          <a:stretch>
            <a:fillRect/>
          </a:stretch>
        </p:blipFill>
        <p:spPr>
          <a:xfrm>
            <a:off x="10854965" y="667793"/>
            <a:ext cx="517195" cy="508000"/>
          </a:xfrm>
          <a:prstGeom prst="rect">
            <a:avLst/>
          </a:prstGeom>
          <a:ln w="12700">
            <a:miter lim="400000"/>
          </a:ln>
        </p:spPr>
      </p:pic>
      <p:pic>
        <p:nvPicPr>
          <p:cNvPr id="3" name="Bildobjekt 2">
            <a:extLst>
              <a:ext uri="{FF2B5EF4-FFF2-40B4-BE49-F238E27FC236}">
                <a16:creationId xmlns:a16="http://schemas.microsoft.com/office/drawing/2014/main" id="{6F78D49F-8493-B07C-1049-0AEA3C81E284}"/>
              </a:ext>
            </a:extLst>
          </p:cNvPr>
          <p:cNvPicPr>
            <a:picLocks noChangeAspect="1"/>
          </p:cNvPicPr>
          <p:nvPr/>
        </p:nvPicPr>
        <p:blipFill>
          <a:blip r:embed="rId4"/>
          <a:stretch>
            <a:fillRect/>
          </a:stretch>
        </p:blipFill>
        <p:spPr>
          <a:xfrm>
            <a:off x="1067027" y="1634870"/>
            <a:ext cx="5338727" cy="4607181"/>
          </a:xfrm>
          <a:prstGeom prst="rect">
            <a:avLst/>
          </a:prstGeom>
        </p:spPr>
      </p:pic>
      <p:sp>
        <p:nvSpPr>
          <p:cNvPr id="4" name="Rektangel 3">
            <a:extLst>
              <a:ext uri="{FF2B5EF4-FFF2-40B4-BE49-F238E27FC236}">
                <a16:creationId xmlns:a16="http://schemas.microsoft.com/office/drawing/2014/main" id="{61473A0A-F934-AD08-9F56-F6799DC559F6}"/>
              </a:ext>
            </a:extLst>
          </p:cNvPr>
          <p:cNvSpPr/>
          <p:nvPr/>
        </p:nvSpPr>
        <p:spPr>
          <a:xfrm>
            <a:off x="5366327" y="1634870"/>
            <a:ext cx="729673" cy="314003"/>
          </a:xfrm>
          <a:prstGeom prst="rect">
            <a:avLst/>
          </a:prstGeom>
          <a:noFill/>
          <a:ln>
            <a:solidFill>
              <a:srgbClr val="1A416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sv-SE" dirty="0"/>
          </a:p>
        </p:txBody>
      </p:sp>
      <p:grpSp>
        <p:nvGrpSpPr>
          <p:cNvPr id="14" name="Grupp 13">
            <a:extLst>
              <a:ext uri="{FF2B5EF4-FFF2-40B4-BE49-F238E27FC236}">
                <a16:creationId xmlns:a16="http://schemas.microsoft.com/office/drawing/2014/main" id="{1866CFD4-643F-60E7-3F81-0B8AAA2A36EA}"/>
              </a:ext>
            </a:extLst>
          </p:cNvPr>
          <p:cNvGrpSpPr/>
          <p:nvPr/>
        </p:nvGrpSpPr>
        <p:grpSpPr>
          <a:xfrm>
            <a:off x="6148436" y="1600040"/>
            <a:ext cx="1933382" cy="579741"/>
            <a:chOff x="6148436" y="1600040"/>
            <a:chExt cx="1933382" cy="579741"/>
          </a:xfrm>
        </p:grpSpPr>
        <p:sp>
          <p:nvSpPr>
            <p:cNvPr id="5" name="Att välja utbildning kan vara svårt. Vi vill göra det till ett lätt val för dig.">
              <a:extLst>
                <a:ext uri="{FF2B5EF4-FFF2-40B4-BE49-F238E27FC236}">
                  <a16:creationId xmlns:a16="http://schemas.microsoft.com/office/drawing/2014/main" id="{48D75C52-C7D9-C5B5-192D-6AEDDF9E936E}"/>
                </a:ext>
              </a:extLst>
            </p:cNvPr>
            <p:cNvSpPr txBox="1"/>
            <p:nvPr/>
          </p:nvSpPr>
          <p:spPr>
            <a:xfrm>
              <a:off x="7210881" y="1880910"/>
              <a:ext cx="870937" cy="2988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klicka här</a:t>
              </a:r>
            </a:p>
          </p:txBody>
        </p:sp>
        <mc:AlternateContent xmlns:mc="http://schemas.openxmlformats.org/markup-compatibility/2006" xmlns:p14="http://schemas.microsoft.com/office/powerpoint/2010/main">
          <mc:Choice Requires="p14">
            <p:contentPart p14:bwMode="auto" r:id="rId5">
              <p14:nvContentPartPr>
                <p14:cNvPr id="11" name="Pennanteckning 10">
                  <a:extLst>
                    <a:ext uri="{FF2B5EF4-FFF2-40B4-BE49-F238E27FC236}">
                      <a16:creationId xmlns:a16="http://schemas.microsoft.com/office/drawing/2014/main" id="{D906CDC1-3833-C1B6-34D4-4B5FE36B9D28}"/>
                    </a:ext>
                  </a:extLst>
                </p14:cNvPr>
                <p14:cNvContentPartPr/>
                <p14:nvPr/>
              </p14:nvContentPartPr>
              <p14:xfrm>
                <a:off x="6148436" y="1600040"/>
                <a:ext cx="996840" cy="322200"/>
              </p14:xfrm>
            </p:contentPart>
          </mc:Choice>
          <mc:Fallback xmlns="">
            <p:pic>
              <p:nvPicPr>
                <p:cNvPr id="11" name="Pennanteckning 10">
                  <a:extLst>
                    <a:ext uri="{FF2B5EF4-FFF2-40B4-BE49-F238E27FC236}">
                      <a16:creationId xmlns:a16="http://schemas.microsoft.com/office/drawing/2014/main" id="{D906CDC1-3833-C1B6-34D4-4B5FE36B9D28}"/>
                    </a:ext>
                  </a:extLst>
                </p:cNvPr>
                <p:cNvPicPr/>
                <p:nvPr/>
              </p:nvPicPr>
              <p:blipFill>
                <a:blip r:embed="rId6"/>
                <a:stretch>
                  <a:fillRect/>
                </a:stretch>
              </p:blipFill>
              <p:spPr>
                <a:xfrm>
                  <a:off x="6130436" y="1582040"/>
                  <a:ext cx="1032480" cy="357840"/>
                </a:xfrm>
                <a:prstGeom prst="rect">
                  <a:avLst/>
                </a:prstGeom>
              </p:spPr>
            </p:pic>
          </mc:Fallback>
        </mc:AlternateContent>
      </p:grpSp>
      <p:pic>
        <p:nvPicPr>
          <p:cNvPr id="12" name="Bildobjekt 11">
            <a:extLst>
              <a:ext uri="{FF2B5EF4-FFF2-40B4-BE49-F238E27FC236}">
                <a16:creationId xmlns:a16="http://schemas.microsoft.com/office/drawing/2014/main" id="{302F4563-607D-5A70-2A77-2B9F653A65E0}"/>
              </a:ext>
            </a:extLst>
          </p:cNvPr>
          <p:cNvPicPr>
            <a:picLocks noChangeAspect="1"/>
          </p:cNvPicPr>
          <p:nvPr/>
        </p:nvPicPr>
        <p:blipFill>
          <a:blip r:embed="rId7"/>
          <a:stretch>
            <a:fillRect/>
          </a:stretch>
        </p:blipFill>
        <p:spPr>
          <a:xfrm>
            <a:off x="6951561" y="2521688"/>
            <a:ext cx="3682911" cy="2775527"/>
          </a:xfrm>
          <a:prstGeom prst="rect">
            <a:avLst/>
          </a:prstGeom>
        </p:spPr>
      </p:pic>
      <p:sp>
        <p:nvSpPr>
          <p:cNvPr id="13" name="Att välja utbildning kan vara svårt. Vi vill göra det till ett lätt val för dig.">
            <a:extLst>
              <a:ext uri="{FF2B5EF4-FFF2-40B4-BE49-F238E27FC236}">
                <a16:creationId xmlns:a16="http://schemas.microsoft.com/office/drawing/2014/main" id="{296EA946-EB99-3189-0A7D-E5A6FE9FDA7A}"/>
              </a:ext>
            </a:extLst>
          </p:cNvPr>
          <p:cNvSpPr txBox="1"/>
          <p:nvPr/>
        </p:nvSpPr>
        <p:spPr>
          <a:xfrm>
            <a:off x="7145276" y="5626577"/>
            <a:ext cx="1628318" cy="4374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a:defRPr sz="8600" cap="none">
                <a:solidFill>
                  <a:srgbClr val="FFFFFF"/>
                </a:solidFill>
                <a:latin typeface="+mn-lt"/>
                <a:ea typeface="+mn-ea"/>
                <a:cs typeface="+mn-cs"/>
                <a:sym typeface="Basier Circle Bold"/>
              </a:defRPr>
            </a:pPr>
            <a:r>
              <a:rPr lang="sv-SE" sz="1200" dirty="0">
                <a:solidFill>
                  <a:schemeClr val="bg2">
                    <a:lumMod val="25000"/>
                  </a:schemeClr>
                </a:solidFill>
                <a:latin typeface="Avenir Next" panose="020B0503020202020204" pitchFamily="34" charset="0"/>
              </a:rPr>
              <a:t>kopiera länken till chatten</a:t>
            </a:r>
          </a:p>
        </p:txBody>
      </p:sp>
    </p:spTree>
    <p:extLst>
      <p:ext uri="{BB962C8B-B14F-4D97-AF65-F5344CB8AC3E}">
        <p14:creationId xmlns:p14="http://schemas.microsoft.com/office/powerpoint/2010/main" val="646982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Lst>
  </p:timing>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FDF960518880E4BBD9FEAE8F3230C0D" ma:contentTypeVersion="17" ma:contentTypeDescription="Create a new document." ma:contentTypeScope="" ma:versionID="21c28652341dab3b549153dde6e10518">
  <xsd:schema xmlns:xsd="http://www.w3.org/2001/XMLSchema" xmlns:xs="http://www.w3.org/2001/XMLSchema" xmlns:p="http://schemas.microsoft.com/office/2006/metadata/properties" xmlns:ns2="2406a9df-c82d-4928-ac4e-2c41bfb3ce21" xmlns:ns3="754c257d-ced7-4ab3-bbfe-a74c4df18f71" targetNamespace="http://schemas.microsoft.com/office/2006/metadata/properties" ma:root="true" ma:fieldsID="dfea9a6061857223ad42bcd6f7890d9a" ns2:_="" ns3:_="">
    <xsd:import namespace="2406a9df-c82d-4928-ac4e-2c41bfb3ce21"/>
    <xsd:import namespace="754c257d-ced7-4ab3-bbfe-a74c4df18f7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06a9df-c82d-4928-ac4e-2c41bfb3ce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3ae26f07-4ca8-4a99-8268-ae998503584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4c257d-ced7-4ab3-bbfe-a74c4df18f7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6d2729c1-a15f-4ed8-ba6b-8b8f6feb03f5}" ma:internalName="TaxCatchAll" ma:showField="CatchAllData" ma:web="754c257d-ced7-4ab3-bbfe-a74c4df18f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406a9df-c82d-4928-ac4e-2c41bfb3ce21">
      <Terms xmlns="http://schemas.microsoft.com/office/infopath/2007/PartnerControls"/>
    </lcf76f155ced4ddcb4097134ff3c332f>
    <TaxCatchAll xmlns="754c257d-ced7-4ab3-bbfe-a74c4df18f71" xsi:nil="true"/>
  </documentManagement>
</p:properties>
</file>

<file path=customXml/itemProps1.xml><?xml version="1.0" encoding="utf-8"?>
<ds:datastoreItem xmlns:ds="http://schemas.openxmlformats.org/officeDocument/2006/customXml" ds:itemID="{83A95719-C45F-4C96-959F-D0CBDF0F194F}">
  <ds:schemaRefs>
    <ds:schemaRef ds:uri="http://schemas.microsoft.com/sharepoint/v3/contenttype/forms"/>
  </ds:schemaRefs>
</ds:datastoreItem>
</file>

<file path=customXml/itemProps2.xml><?xml version="1.0" encoding="utf-8"?>
<ds:datastoreItem xmlns:ds="http://schemas.openxmlformats.org/officeDocument/2006/customXml" ds:itemID="{74BE2835-1296-4104-8C92-9C37B4CD52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406a9df-c82d-4928-ac4e-2c41bfb3ce21"/>
    <ds:schemaRef ds:uri="754c257d-ced7-4ab3-bbfe-a74c4df18f7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9F3A6D8-D7E1-4F4D-8B42-DEE9639AFD39}">
  <ds:schemaRefs>
    <ds:schemaRef ds:uri="http://purl.org/dc/terms/"/>
    <ds:schemaRef ds:uri="http://purl.org/dc/elements/1.1/"/>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754c257d-ced7-4ab3-bbfe-a74c4df18f71"/>
    <ds:schemaRef ds:uri="2406a9df-c82d-4928-ac4e-2c41bfb3ce21"/>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841</TotalTime>
  <Words>470</Words>
  <Application>Microsoft Macintosh PowerPoint</Application>
  <PresentationFormat>Bredbild</PresentationFormat>
  <Paragraphs>65</Paragraphs>
  <Slides>8</Slides>
  <Notes>8</Notes>
  <HiddenSlides>0</HiddenSlides>
  <MMClips>0</MMClips>
  <ScaleCrop>false</ScaleCrop>
  <HeadingPairs>
    <vt:vector size="6" baseType="variant">
      <vt:variant>
        <vt:lpstr>Använt teckensnitt</vt:lpstr>
      </vt:variant>
      <vt:variant>
        <vt:i4>6</vt:i4>
      </vt:variant>
      <vt:variant>
        <vt:lpstr>Tema</vt:lpstr>
      </vt:variant>
      <vt:variant>
        <vt:i4>1</vt:i4>
      </vt:variant>
      <vt:variant>
        <vt:lpstr>Bildrubriker</vt:lpstr>
      </vt:variant>
      <vt:variant>
        <vt:i4>8</vt:i4>
      </vt:variant>
    </vt:vector>
  </HeadingPairs>
  <TitlesOfParts>
    <vt:vector size="15" baseType="lpstr">
      <vt:lpstr>Arial</vt:lpstr>
      <vt:lpstr>Avenir Book</vt:lpstr>
      <vt:lpstr>Avenir Next</vt:lpstr>
      <vt:lpstr>Avenir Next Medium</vt:lpstr>
      <vt:lpstr>Calibri</vt:lpstr>
      <vt:lpstr>Calibri Light</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Annelie Möllenhoff</dc:creator>
  <cp:lastModifiedBy>Kokchun Giang</cp:lastModifiedBy>
  <cp:revision>2</cp:revision>
  <cp:lastPrinted>2024-09-09T12:49:15Z</cp:lastPrinted>
  <dcterms:created xsi:type="dcterms:W3CDTF">2021-11-10T17:32:03Z</dcterms:created>
  <dcterms:modified xsi:type="dcterms:W3CDTF">2024-11-17T17:26:02Z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0x010100DFDF960518880E4BBD9FEAE8F3230C0D</vt:lpwstr>
  </property>
  <property fmtid="{D5CDD505-2E9C-101B-9397-08002B2CF9AE}" pid="3" name="MediaServiceImageTags">
    <vt:lpwstr/>
  </property>
</Properties>
</file>